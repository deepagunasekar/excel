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5"/>
  </p:notesMasterIdLst>
  <p:sldIdLst>
    <p:sldId id="260" r:id="rId2"/>
    <p:sldId id="257" r:id="rId3"/>
    <p:sldId id="263" r:id="rId4"/>
    <p:sldId id="264" r:id="rId5"/>
    <p:sldId id="270" r:id="rId6"/>
    <p:sldId id="271" r:id="rId7"/>
    <p:sldId id="288" r:id="rId8"/>
    <p:sldId id="274" r:id="rId9"/>
    <p:sldId id="275" r:id="rId10"/>
    <p:sldId id="272" r:id="rId11"/>
    <p:sldId id="273" r:id="rId12"/>
    <p:sldId id="276" r:id="rId13"/>
    <p:sldId id="278" r:id="rId14"/>
    <p:sldId id="279" r:id="rId15"/>
    <p:sldId id="280" r:id="rId16"/>
    <p:sldId id="277" r:id="rId17"/>
    <p:sldId id="282" r:id="rId18"/>
    <p:sldId id="283" r:id="rId19"/>
    <p:sldId id="281" r:id="rId20"/>
    <p:sldId id="286" r:id="rId21"/>
    <p:sldId id="284" r:id="rId22"/>
    <p:sldId id="285" r:id="rId23"/>
    <p:sldId id="287" r:id="rId24"/>
  </p:sldIdLst>
  <p:sldSz cx="18288000" cy="10287000"/>
  <p:notesSz cx="6858000" cy="9144000"/>
  <p:embeddedFontLst>
    <p:embeddedFont>
      <p:font typeface="ADLaM Display" panose="02010000000000000000" pitchFamily="2" charset="0"/>
      <p:regular r:id="rId26"/>
    </p:embeddedFont>
    <p:embeddedFont>
      <p:font typeface="Amasis MT Pro" panose="02040504050005020304" pitchFamily="18" charset="0"/>
      <p:regular r:id="rId27"/>
      <p:bold r:id="rId28"/>
      <p:italic r:id="rId29"/>
      <p:boldItalic r:id="rId30"/>
    </p:embeddedFont>
    <p:embeddedFont>
      <p:font typeface="Aptos Narrow" panose="020B0004020202020204" pitchFamily="34" charset="0"/>
      <p:regular r:id="rId31"/>
      <p:bold r:id="rId32"/>
      <p:italic r:id="rId33"/>
      <p:boldItalic r:id="rId34"/>
    </p:embeddedFont>
    <p:embeddedFont>
      <p:font typeface="Livvic Black" pitchFamily="2" charset="0"/>
      <p:bold r:id="rId35"/>
      <p:boldItalic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E0DA32-FB78-4544-B798-78727A3D7C1F}" v="217" dt="2025-08-05T05:55:11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Gunasekar" userId="e7844ebc18750cb2" providerId="LiveId" clId="{75E0DA32-FB78-4544-B798-78727A3D7C1F}"/>
    <pc:docChg chg="undo custSel addSld delSld modSld sldOrd">
      <pc:chgData name="Deepa Gunasekar" userId="e7844ebc18750cb2" providerId="LiveId" clId="{75E0DA32-FB78-4544-B798-78727A3D7C1F}" dt="2025-08-05T06:54:01.400" v="1059" actId="20577"/>
      <pc:docMkLst>
        <pc:docMk/>
      </pc:docMkLst>
      <pc:sldChg chg="addSp modSp mod">
        <pc:chgData name="Deepa Gunasekar" userId="e7844ebc18750cb2" providerId="LiveId" clId="{75E0DA32-FB78-4544-B798-78727A3D7C1F}" dt="2025-08-04T06:27:44.896" v="881" actId="1076"/>
        <pc:sldMkLst>
          <pc:docMk/>
          <pc:sldMk cId="0" sldId="257"/>
        </pc:sldMkLst>
        <pc:spChg chg="add mod">
          <ac:chgData name="Deepa Gunasekar" userId="e7844ebc18750cb2" providerId="LiveId" clId="{75E0DA32-FB78-4544-B798-78727A3D7C1F}" dt="2025-08-04T06:26:47.074" v="870"/>
          <ac:spMkLst>
            <pc:docMk/>
            <pc:sldMk cId="0" sldId="257"/>
            <ac:spMk id="3" creationId="{E734A173-717C-485B-0B9E-AEC917A8232D}"/>
          </ac:spMkLst>
        </pc:spChg>
        <pc:spChg chg="add mod">
          <ac:chgData name="Deepa Gunasekar" userId="e7844ebc18750cb2" providerId="LiveId" clId="{75E0DA32-FB78-4544-B798-78727A3D7C1F}" dt="2025-08-04T06:27:44.896" v="881" actId="1076"/>
          <ac:spMkLst>
            <pc:docMk/>
            <pc:sldMk cId="0" sldId="257"/>
            <ac:spMk id="390" creationId="{00000000-0000-0000-0000-000000000000}"/>
          </ac:spMkLst>
        </pc:spChg>
      </pc:sldChg>
      <pc:sldChg chg="addSp delSp modSp mod modTransition">
        <pc:chgData name="Deepa Gunasekar" userId="e7844ebc18750cb2" providerId="LiveId" clId="{75E0DA32-FB78-4544-B798-78727A3D7C1F}" dt="2025-08-04T06:31:37.797" v="921" actId="1076"/>
        <pc:sldMkLst>
          <pc:docMk/>
          <pc:sldMk cId="3759805646" sldId="260"/>
        </pc:sldMkLst>
        <pc:spChg chg="add del mod">
          <ac:chgData name="Deepa Gunasekar" userId="e7844ebc18750cb2" providerId="LiveId" clId="{75E0DA32-FB78-4544-B798-78727A3D7C1F}" dt="2025-08-04T06:31:37.797" v="921" actId="1076"/>
          <ac:spMkLst>
            <pc:docMk/>
            <pc:sldMk cId="3759805646" sldId="260"/>
            <ac:spMk id="3" creationId="{E734A173-717C-485B-0B9E-AEC917A8232D}"/>
          </ac:spMkLst>
        </pc:spChg>
        <pc:spChg chg="add mod">
          <ac:chgData name="Deepa Gunasekar" userId="e7844ebc18750cb2" providerId="LiveId" clId="{75E0DA32-FB78-4544-B798-78727A3D7C1F}" dt="2025-08-04T06:29:06.722" v="919" actId="2085"/>
          <ac:spMkLst>
            <pc:docMk/>
            <pc:sldMk cId="3759805646" sldId="260"/>
            <ac:spMk id="4" creationId="{A25FE5AF-5B00-5000-D999-B8A9ECCF4DAE}"/>
          </ac:spMkLst>
        </pc:spChg>
        <pc:spChg chg="add del mod">
          <ac:chgData name="Deepa Gunasekar" userId="e7844ebc18750cb2" providerId="LiveId" clId="{75E0DA32-FB78-4544-B798-78727A3D7C1F}" dt="2025-08-04T06:31:34.628" v="920" actId="1076"/>
          <ac:spMkLst>
            <pc:docMk/>
            <pc:sldMk cId="3759805646" sldId="260"/>
            <ac:spMk id="390" creationId="{00000000-0000-0000-0000-000000000000}"/>
          </ac:spMkLst>
        </pc:spChg>
        <pc:picChg chg="add del mod">
          <ac:chgData name="Deepa Gunasekar" userId="e7844ebc18750cb2" providerId="LiveId" clId="{75E0DA32-FB78-4544-B798-78727A3D7C1F}" dt="2025-08-04T06:27:36.896" v="878" actId="14100"/>
          <ac:picMkLst>
            <pc:docMk/>
            <pc:sldMk cId="3759805646" sldId="260"/>
            <ac:picMk id="2" creationId="{6E626FA1-F0A6-C106-AD52-75884766D95B}"/>
          </ac:picMkLst>
        </pc:picChg>
        <pc:picChg chg="add del mod">
          <ac:chgData name="Deepa Gunasekar" userId="e7844ebc18750cb2" providerId="LiveId" clId="{75E0DA32-FB78-4544-B798-78727A3D7C1F}" dt="2025-08-04T06:28:01.439" v="888" actId="14100"/>
          <ac:picMkLst>
            <pc:docMk/>
            <pc:sldMk cId="3759805646" sldId="260"/>
            <ac:picMk id="4098" creationId="{7004F865-A810-62A8-1944-1150D067AF76}"/>
          </ac:picMkLst>
        </pc:picChg>
      </pc:sldChg>
      <pc:sldChg chg="modSp mod modTransition modAnim">
        <pc:chgData name="Deepa Gunasekar" userId="e7844ebc18750cb2" providerId="LiveId" clId="{75E0DA32-FB78-4544-B798-78727A3D7C1F}" dt="2025-08-04T06:03:24.364" v="671"/>
        <pc:sldMkLst>
          <pc:docMk/>
          <pc:sldMk cId="0" sldId="263"/>
        </pc:sldMkLst>
        <pc:picChg chg="mod">
          <ac:chgData name="Deepa Gunasekar" userId="e7844ebc18750cb2" providerId="LiveId" clId="{75E0DA32-FB78-4544-B798-78727A3D7C1F}" dt="2025-08-04T06:03:05.982" v="667" actId="1076"/>
          <ac:picMkLst>
            <pc:docMk/>
            <pc:sldMk cId="0" sldId="263"/>
            <ac:picMk id="8" creationId="{FC8A77A1-6CC7-1193-32A2-62B3526E0BBB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5T04:56:22.963" v="922" actId="1076"/>
        <pc:sldMkLst>
          <pc:docMk/>
          <pc:sldMk cId="0" sldId="264"/>
        </pc:sldMkLst>
        <pc:spChg chg="mod">
          <ac:chgData name="Deepa Gunasekar" userId="e7844ebc18750cb2" providerId="LiveId" clId="{75E0DA32-FB78-4544-B798-78727A3D7C1F}" dt="2025-08-05T04:56:22.963" v="922" actId="1076"/>
          <ac:spMkLst>
            <pc:docMk/>
            <pc:sldMk cId="0" sldId="264"/>
            <ac:spMk id="7" creationId="{9EBC9F8C-0B84-1FE3-A09D-8EC452359725}"/>
          </ac:spMkLst>
        </pc:spChg>
        <pc:picChg chg="del">
          <ac:chgData name="Deepa Gunasekar" userId="e7844ebc18750cb2" providerId="LiveId" clId="{75E0DA32-FB78-4544-B798-78727A3D7C1F}" dt="2025-08-04T05:08:54.254" v="79" actId="478"/>
          <ac:picMkLst>
            <pc:docMk/>
            <pc:sldMk cId="0" sldId="264"/>
            <ac:picMk id="4" creationId="{0BA8DE4E-85D2-60E6-AA27-F646ECE7D8CC}"/>
          </ac:picMkLst>
        </pc:picChg>
        <pc:picChg chg="add mod">
          <ac:chgData name="Deepa Gunasekar" userId="e7844ebc18750cb2" providerId="LiveId" clId="{75E0DA32-FB78-4544-B798-78727A3D7C1F}" dt="2025-08-04T05:09:40.334" v="84" actId="14100"/>
          <ac:picMkLst>
            <pc:docMk/>
            <pc:sldMk cId="0" sldId="264"/>
            <ac:picMk id="5" creationId="{0D9D8FEA-3C4B-A49A-C1CD-AE09B8C4E4D6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5T04:56:44.249" v="923" actId="1076"/>
        <pc:sldMkLst>
          <pc:docMk/>
          <pc:sldMk cId="0" sldId="270"/>
        </pc:sldMkLst>
        <pc:spChg chg="add mod">
          <ac:chgData name="Deepa Gunasekar" userId="e7844ebc18750cb2" providerId="LiveId" clId="{75E0DA32-FB78-4544-B798-78727A3D7C1F}" dt="2025-08-04T06:16:38.357" v="767" actId="1076"/>
          <ac:spMkLst>
            <pc:docMk/>
            <pc:sldMk cId="0" sldId="270"/>
            <ac:spMk id="6" creationId="{E822375C-68C0-2D53-57E5-957D5C8FFAB0}"/>
          </ac:spMkLst>
        </pc:spChg>
        <pc:spChg chg="add mod">
          <ac:chgData name="Deepa Gunasekar" userId="e7844ebc18750cb2" providerId="LiveId" clId="{75E0DA32-FB78-4544-B798-78727A3D7C1F}" dt="2025-08-04T06:17:48.784" v="799" actId="20577"/>
          <ac:spMkLst>
            <pc:docMk/>
            <pc:sldMk cId="0" sldId="270"/>
            <ac:spMk id="8" creationId="{89C3DC5C-BFD0-1372-8652-A8A24DE66387}"/>
          </ac:spMkLst>
        </pc:spChg>
        <pc:spChg chg="mod">
          <ac:chgData name="Deepa Gunasekar" userId="e7844ebc18750cb2" providerId="LiveId" clId="{75E0DA32-FB78-4544-B798-78727A3D7C1F}" dt="2025-08-05T04:56:44.249" v="923" actId="1076"/>
          <ac:spMkLst>
            <pc:docMk/>
            <pc:sldMk cId="0" sldId="270"/>
            <ac:spMk id="18" creationId="{8755A393-E1E3-4A35-6416-8F54CD33BD82}"/>
          </ac:spMkLst>
        </pc:spChg>
        <pc:picChg chg="add mod">
          <ac:chgData name="Deepa Gunasekar" userId="e7844ebc18750cb2" providerId="LiveId" clId="{75E0DA32-FB78-4544-B798-78727A3D7C1F}" dt="2025-08-04T06:15:44.394" v="718" actId="14100"/>
          <ac:picMkLst>
            <pc:docMk/>
            <pc:sldMk cId="0" sldId="270"/>
            <ac:picMk id="4" creationId="{F2F3E81F-EBBD-51B4-8BE1-ECB78ED39B5B}"/>
          </ac:picMkLst>
        </pc:picChg>
        <pc:picChg chg="del">
          <ac:chgData name="Deepa Gunasekar" userId="e7844ebc18750cb2" providerId="LiveId" clId="{75E0DA32-FB78-4544-B798-78727A3D7C1F}" dt="2025-08-04T05:09:51.695" v="85" actId="478"/>
          <ac:picMkLst>
            <pc:docMk/>
            <pc:sldMk cId="0" sldId="270"/>
            <ac:picMk id="20" creationId="{33C9C052-ACBA-EE21-E3AE-1999A2523E40}"/>
          </ac:picMkLst>
        </pc:picChg>
      </pc:sldChg>
      <pc:sldChg chg="addSp delSp modSp mod modTransition delAnim modAnim">
        <pc:chgData name="Deepa Gunasekar" userId="e7844ebc18750cb2" providerId="LiveId" clId="{75E0DA32-FB78-4544-B798-78727A3D7C1F}" dt="2025-08-05T06:54:01.400" v="1059" actId="20577"/>
        <pc:sldMkLst>
          <pc:docMk/>
          <pc:sldMk cId="0" sldId="271"/>
        </pc:sldMkLst>
        <pc:spChg chg="mod">
          <ac:chgData name="Deepa Gunasekar" userId="e7844ebc18750cb2" providerId="LiveId" clId="{75E0DA32-FB78-4544-B798-78727A3D7C1F}" dt="2025-08-05T05:56:06.319" v="1028" actId="207"/>
          <ac:spMkLst>
            <pc:docMk/>
            <pc:sldMk cId="0" sldId="271"/>
            <ac:spMk id="5" creationId="{56CD72F4-9AC3-6CF5-9A21-9B9FC49618E7}"/>
          </ac:spMkLst>
        </pc:spChg>
        <pc:spChg chg="add mod">
          <ac:chgData name="Deepa Gunasekar" userId="e7844ebc18750cb2" providerId="LiveId" clId="{75E0DA32-FB78-4544-B798-78727A3D7C1F}" dt="2025-08-05T06:54:01.400" v="1059" actId="20577"/>
          <ac:spMkLst>
            <pc:docMk/>
            <pc:sldMk cId="0" sldId="271"/>
            <ac:spMk id="6" creationId="{FD89FCD2-F393-2E33-9332-747A87753457}"/>
          </ac:spMkLst>
        </pc:spChg>
        <pc:graphicFrameChg chg="add del mod">
          <ac:chgData name="Deepa Gunasekar" userId="e7844ebc18750cb2" providerId="LiveId" clId="{75E0DA32-FB78-4544-B798-78727A3D7C1F}" dt="2025-08-05T05:52:14.225" v="971" actId="478"/>
          <ac:graphicFrameMkLst>
            <pc:docMk/>
            <pc:sldMk cId="0" sldId="271"/>
            <ac:graphicFrameMk id="2" creationId="{732E8B77-3FB3-979F-B5B1-FC39BE1F70B0}"/>
          </ac:graphicFrameMkLst>
        </pc:graphicFrameChg>
        <pc:picChg chg="del mod">
          <ac:chgData name="Deepa Gunasekar" userId="e7844ebc18750cb2" providerId="LiveId" clId="{75E0DA32-FB78-4544-B798-78727A3D7C1F}" dt="2025-08-05T05:52:08.098" v="969" actId="478"/>
          <ac:picMkLst>
            <pc:docMk/>
            <pc:sldMk cId="0" sldId="271"/>
            <ac:picMk id="3" creationId="{C8F82E86-B161-280F-6DFF-0E3074A63DE3}"/>
          </ac:picMkLst>
        </pc:picChg>
        <pc:picChg chg="add del mod">
          <ac:chgData name="Deepa Gunasekar" userId="e7844ebc18750cb2" providerId="LiveId" clId="{75E0DA32-FB78-4544-B798-78727A3D7C1F}" dt="2025-08-05T05:52:09.919" v="970" actId="478"/>
          <ac:picMkLst>
            <pc:docMk/>
            <pc:sldMk cId="0" sldId="271"/>
            <ac:picMk id="4" creationId="{F2740B96-C86D-B4D9-0EA4-BE7BB95A5AB0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5:09.801" v="685"/>
        <pc:sldMkLst>
          <pc:docMk/>
          <pc:sldMk cId="0" sldId="272"/>
        </pc:sldMkLst>
        <pc:graphicFrameChg chg="add mod">
          <ac:chgData name="Deepa Gunasekar" userId="e7844ebc18750cb2" providerId="LiveId" clId="{75E0DA32-FB78-4544-B798-78727A3D7C1F}" dt="2025-08-04T05:22:01.370" v="245" actId="207"/>
          <ac:graphicFrameMkLst>
            <pc:docMk/>
            <pc:sldMk cId="0" sldId="272"/>
            <ac:graphicFrameMk id="2" creationId="{971BEC61-20FB-989C-A3CC-6C7D821119F2}"/>
          </ac:graphicFrameMkLst>
        </pc:graphicFrameChg>
        <pc:picChg chg="add mod">
          <ac:chgData name="Deepa Gunasekar" userId="e7844ebc18750cb2" providerId="LiveId" clId="{75E0DA32-FB78-4544-B798-78727A3D7C1F}" dt="2025-08-04T05:21:20.432" v="233" actId="1076"/>
          <ac:picMkLst>
            <pc:docMk/>
            <pc:sldMk cId="0" sldId="272"/>
            <ac:picMk id="3" creationId="{E26165F0-FCDF-E745-BF2B-0A3891F174D0}"/>
          </ac:picMkLst>
        </pc:picChg>
        <pc:picChg chg="add mod">
          <ac:chgData name="Deepa Gunasekar" userId="e7844ebc18750cb2" providerId="LiveId" clId="{75E0DA32-FB78-4544-B798-78727A3D7C1F}" dt="2025-08-04T05:21:24.364" v="234" actId="14100"/>
          <ac:picMkLst>
            <pc:docMk/>
            <pc:sldMk cId="0" sldId="272"/>
            <ac:picMk id="5" creationId="{C60009D6-D872-9D6A-D2C0-0DCEAC63E6A5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5:44.375" v="693" actId="207"/>
        <pc:sldMkLst>
          <pc:docMk/>
          <pc:sldMk cId="0" sldId="273"/>
        </pc:sldMkLst>
        <pc:graphicFrameChg chg="add mod">
          <ac:chgData name="Deepa Gunasekar" userId="e7844ebc18750cb2" providerId="LiveId" clId="{75E0DA32-FB78-4544-B798-78727A3D7C1F}" dt="2025-08-04T06:05:44.375" v="693" actId="207"/>
          <ac:graphicFrameMkLst>
            <pc:docMk/>
            <pc:sldMk cId="0" sldId="273"/>
            <ac:graphicFrameMk id="2" creationId="{C91C2021-5857-6FE5-457C-A872FEF43D1B}"/>
          </ac:graphicFrameMkLst>
        </pc:graphicFrameChg>
        <pc:picChg chg="add mod">
          <ac:chgData name="Deepa Gunasekar" userId="e7844ebc18750cb2" providerId="LiveId" clId="{75E0DA32-FB78-4544-B798-78727A3D7C1F}" dt="2025-08-04T05:22:13.747" v="247" actId="14100"/>
          <ac:picMkLst>
            <pc:docMk/>
            <pc:sldMk cId="0" sldId="273"/>
            <ac:picMk id="4" creationId="{6B57B542-B95E-769F-A708-83A803AD762E}"/>
          </ac:picMkLst>
        </pc:picChg>
        <pc:picChg chg="add mod">
          <ac:chgData name="Deepa Gunasekar" userId="e7844ebc18750cb2" providerId="LiveId" clId="{75E0DA32-FB78-4544-B798-78727A3D7C1F}" dt="2025-08-04T05:22:17.689" v="249" actId="14100"/>
          <ac:picMkLst>
            <pc:docMk/>
            <pc:sldMk cId="0" sldId="273"/>
            <ac:picMk id="8" creationId="{95A5835C-10C3-989C-3D24-B589C9A94FEC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5T05:27:01.459" v="924" actId="1036"/>
        <pc:sldMkLst>
          <pc:docMk/>
          <pc:sldMk cId="3928100605" sldId="274"/>
        </pc:sldMkLst>
        <pc:graphicFrameChg chg="add mod">
          <ac:chgData name="Deepa Gunasekar" userId="e7844ebc18750cb2" providerId="LiveId" clId="{75E0DA32-FB78-4544-B798-78727A3D7C1F}" dt="2025-08-04T05:19:53.232" v="215" actId="207"/>
          <ac:graphicFrameMkLst>
            <pc:docMk/>
            <pc:sldMk cId="3928100605" sldId="274"/>
            <ac:graphicFrameMk id="2" creationId="{81920DEE-3932-E724-AA92-32002404C965}"/>
          </ac:graphicFrameMkLst>
        </pc:graphicFrameChg>
        <pc:picChg chg="add mod">
          <ac:chgData name="Deepa Gunasekar" userId="e7844ebc18750cb2" providerId="LiveId" clId="{75E0DA32-FB78-4544-B798-78727A3D7C1F}" dt="2025-08-05T05:27:01.459" v="924" actId="1036"/>
          <ac:picMkLst>
            <pc:docMk/>
            <pc:sldMk cId="3928100605" sldId="274"/>
            <ac:picMk id="3" creationId="{5AF7DA8B-3E06-197D-3401-D3C61DB3513E}"/>
          </ac:picMkLst>
        </pc:picChg>
        <pc:picChg chg="mod">
          <ac:chgData name="Deepa Gunasekar" userId="e7844ebc18750cb2" providerId="LiveId" clId="{75E0DA32-FB78-4544-B798-78727A3D7C1F}" dt="2025-08-04T05:19:11.669" v="203" actId="14100"/>
          <ac:picMkLst>
            <pc:docMk/>
            <pc:sldMk cId="3928100605" sldId="274"/>
            <ac:picMk id="11" creationId="{175C914A-6C86-A7A9-9279-60F4C4075ED6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4:44.111" v="682"/>
        <pc:sldMkLst>
          <pc:docMk/>
          <pc:sldMk cId="3366091873" sldId="275"/>
        </pc:sldMkLst>
        <pc:graphicFrameChg chg="add mod">
          <ac:chgData name="Deepa Gunasekar" userId="e7844ebc18750cb2" providerId="LiveId" clId="{75E0DA32-FB78-4544-B798-78727A3D7C1F}" dt="2025-08-04T05:20:50.532" v="229" actId="255"/>
          <ac:graphicFrameMkLst>
            <pc:docMk/>
            <pc:sldMk cId="3366091873" sldId="275"/>
            <ac:graphicFrameMk id="2" creationId="{A82B6AA1-9A4B-9B14-ED66-B131D8B58271}"/>
          </ac:graphicFrameMkLst>
        </pc:graphicFrameChg>
        <pc:picChg chg="add mod">
          <ac:chgData name="Deepa Gunasekar" userId="e7844ebc18750cb2" providerId="LiveId" clId="{75E0DA32-FB78-4544-B798-78727A3D7C1F}" dt="2025-08-04T05:20:10.010" v="219" actId="14100"/>
          <ac:picMkLst>
            <pc:docMk/>
            <pc:sldMk cId="3366091873" sldId="275"/>
            <ac:picMk id="4" creationId="{9AC7AFD3-BD89-27F9-07A5-DF79FBE590CC}"/>
          </ac:picMkLst>
        </pc:picChg>
        <pc:picChg chg="add mod">
          <ac:chgData name="Deepa Gunasekar" userId="e7844ebc18750cb2" providerId="LiveId" clId="{75E0DA32-FB78-4544-B798-78727A3D7C1F}" dt="2025-08-04T05:20:06.454" v="217" actId="14100"/>
          <ac:picMkLst>
            <pc:docMk/>
            <pc:sldMk cId="3366091873" sldId="275"/>
            <ac:picMk id="6" creationId="{5D31C92E-DA36-72F0-4E41-EDF89157D809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6:07.111" v="695"/>
        <pc:sldMkLst>
          <pc:docMk/>
          <pc:sldMk cId="3496564964" sldId="276"/>
        </pc:sldMkLst>
        <pc:graphicFrameChg chg="add mod">
          <ac:chgData name="Deepa Gunasekar" userId="e7844ebc18750cb2" providerId="LiveId" clId="{75E0DA32-FB78-4544-B798-78727A3D7C1F}" dt="2025-08-04T05:24:31.732" v="283" actId="207"/>
          <ac:graphicFrameMkLst>
            <pc:docMk/>
            <pc:sldMk cId="3496564964" sldId="276"/>
            <ac:graphicFrameMk id="2" creationId="{E291BA5A-7D41-67A4-1EF6-366BBFA5C75F}"/>
          </ac:graphicFrameMkLst>
        </pc:graphicFrameChg>
        <pc:picChg chg="add mod">
          <ac:chgData name="Deepa Gunasekar" userId="e7844ebc18750cb2" providerId="LiveId" clId="{75E0DA32-FB78-4544-B798-78727A3D7C1F}" dt="2025-08-04T05:23:28.958" v="267" actId="1076"/>
          <ac:picMkLst>
            <pc:docMk/>
            <pc:sldMk cId="3496564964" sldId="276"/>
            <ac:picMk id="3" creationId="{FEC7DE37-9BE2-82CF-7069-B2CE157075ED}"/>
          </ac:picMkLst>
        </pc:picChg>
        <pc:picChg chg="mod">
          <ac:chgData name="Deepa Gunasekar" userId="e7844ebc18750cb2" providerId="LiveId" clId="{75E0DA32-FB78-4544-B798-78727A3D7C1F}" dt="2025-08-04T05:23:52.753" v="272" actId="14100"/>
          <ac:picMkLst>
            <pc:docMk/>
            <pc:sldMk cId="3496564964" sldId="276"/>
            <ac:picMk id="4" creationId="{4843456F-EA4D-9263-06F9-BC99FF3C9F88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7:04.434" v="706"/>
        <pc:sldMkLst>
          <pc:docMk/>
          <pc:sldMk cId="2156315724" sldId="277"/>
        </pc:sldMkLst>
        <pc:graphicFrameChg chg="add mod">
          <ac:chgData name="Deepa Gunasekar" userId="e7844ebc18750cb2" providerId="LiveId" clId="{75E0DA32-FB78-4544-B798-78727A3D7C1F}" dt="2025-08-04T05:28:36.993" v="343" actId="14100"/>
          <ac:graphicFrameMkLst>
            <pc:docMk/>
            <pc:sldMk cId="2156315724" sldId="277"/>
            <ac:graphicFrameMk id="2" creationId="{56D38A4D-4627-CA50-31EE-6AB5F69F8E0C}"/>
          </ac:graphicFrameMkLst>
        </pc:graphicFrameChg>
        <pc:picChg chg="add mod">
          <ac:chgData name="Deepa Gunasekar" userId="e7844ebc18750cb2" providerId="LiveId" clId="{75E0DA32-FB78-4544-B798-78727A3D7C1F}" dt="2025-08-04T05:27:51.239" v="329" actId="14100"/>
          <ac:picMkLst>
            <pc:docMk/>
            <pc:sldMk cId="2156315724" sldId="277"/>
            <ac:picMk id="5" creationId="{7F5909A4-52A4-42A7-47DF-9A2A762C1560}"/>
          </ac:picMkLst>
        </pc:picChg>
        <pc:picChg chg="add mod">
          <ac:chgData name="Deepa Gunasekar" userId="e7844ebc18750cb2" providerId="LiveId" clId="{75E0DA32-FB78-4544-B798-78727A3D7C1F}" dt="2025-08-04T05:27:57.610" v="331" actId="14100"/>
          <ac:picMkLst>
            <pc:docMk/>
            <pc:sldMk cId="2156315724" sldId="277"/>
            <ac:picMk id="7" creationId="{EA8ADF09-AA3E-2D90-E67B-713208D5E739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6:22.756" v="699"/>
        <pc:sldMkLst>
          <pc:docMk/>
          <pc:sldMk cId="1578880228" sldId="278"/>
        </pc:sldMkLst>
        <pc:graphicFrameChg chg="add mod">
          <ac:chgData name="Deepa Gunasekar" userId="e7844ebc18750cb2" providerId="LiveId" clId="{75E0DA32-FB78-4544-B798-78727A3D7C1F}" dt="2025-08-04T05:25:40.427" v="300" actId="207"/>
          <ac:graphicFrameMkLst>
            <pc:docMk/>
            <pc:sldMk cId="1578880228" sldId="278"/>
            <ac:graphicFrameMk id="2" creationId="{089989E7-A726-03D9-6947-F812A11BFA4E}"/>
          </ac:graphicFrameMkLst>
        </pc:graphicFrameChg>
        <pc:picChg chg="add mod">
          <ac:chgData name="Deepa Gunasekar" userId="e7844ebc18750cb2" providerId="LiveId" clId="{75E0DA32-FB78-4544-B798-78727A3D7C1F}" dt="2025-08-04T05:24:49.561" v="286" actId="1076"/>
          <ac:picMkLst>
            <pc:docMk/>
            <pc:sldMk cId="1578880228" sldId="278"/>
            <ac:picMk id="3" creationId="{513A7276-2CBE-DFBF-2D1E-11910F99B64C}"/>
          </ac:picMkLst>
        </pc:picChg>
        <pc:picChg chg="mod">
          <ac:chgData name="Deepa Gunasekar" userId="e7844ebc18750cb2" providerId="LiveId" clId="{75E0DA32-FB78-4544-B798-78727A3D7C1F}" dt="2025-08-04T05:24:46.421" v="285" actId="14100"/>
          <ac:picMkLst>
            <pc:docMk/>
            <pc:sldMk cId="1578880228" sldId="278"/>
            <ac:picMk id="8" creationId="{AE31E2AC-78F6-4A34-0CEF-BEA3F52DEE7D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6:33.751" v="701"/>
        <pc:sldMkLst>
          <pc:docMk/>
          <pc:sldMk cId="315467205" sldId="279"/>
        </pc:sldMkLst>
        <pc:graphicFrameChg chg="add mod">
          <ac:chgData name="Deepa Gunasekar" userId="e7844ebc18750cb2" providerId="LiveId" clId="{75E0DA32-FB78-4544-B798-78727A3D7C1F}" dt="2025-08-04T05:26:36.975" v="313" actId="255"/>
          <ac:graphicFrameMkLst>
            <pc:docMk/>
            <pc:sldMk cId="315467205" sldId="279"/>
            <ac:graphicFrameMk id="2" creationId="{FE825565-DB4B-0CB2-5616-D18D1D95F808}"/>
          </ac:graphicFrameMkLst>
        </pc:graphicFrameChg>
        <pc:picChg chg="mod">
          <ac:chgData name="Deepa Gunasekar" userId="e7844ebc18750cb2" providerId="LiveId" clId="{75E0DA32-FB78-4544-B798-78727A3D7C1F}" dt="2025-08-04T05:25:53.224" v="302" actId="14100"/>
          <ac:picMkLst>
            <pc:docMk/>
            <pc:sldMk cId="315467205" sldId="279"/>
            <ac:picMk id="4" creationId="{885D3A3C-245B-6F47-4B8E-0DCB45F4C7A7}"/>
          </ac:picMkLst>
        </pc:picChg>
        <pc:picChg chg="add mod">
          <ac:chgData name="Deepa Gunasekar" userId="e7844ebc18750cb2" providerId="LiveId" clId="{75E0DA32-FB78-4544-B798-78727A3D7C1F}" dt="2025-08-04T05:25:56.461" v="303" actId="1076"/>
          <ac:picMkLst>
            <pc:docMk/>
            <pc:sldMk cId="315467205" sldId="279"/>
            <ac:picMk id="5" creationId="{70C4D00A-37DC-184D-C566-0DA94F64866B}"/>
          </ac:picMkLst>
        </pc:picChg>
      </pc:sldChg>
      <pc:sldChg chg="addSp delSp modSp mod modTransition modAnim">
        <pc:chgData name="Deepa Gunasekar" userId="e7844ebc18750cb2" providerId="LiveId" clId="{75E0DA32-FB78-4544-B798-78727A3D7C1F}" dt="2025-08-04T06:06:51.699" v="704"/>
        <pc:sldMkLst>
          <pc:docMk/>
          <pc:sldMk cId="985375091" sldId="280"/>
        </pc:sldMkLst>
        <pc:graphicFrameChg chg="add mod">
          <ac:chgData name="Deepa Gunasekar" userId="e7844ebc18750cb2" providerId="LiveId" clId="{75E0DA32-FB78-4544-B798-78727A3D7C1F}" dt="2025-08-04T05:27:31.420" v="327" actId="14100"/>
          <ac:graphicFrameMkLst>
            <pc:docMk/>
            <pc:sldMk cId="985375091" sldId="280"/>
            <ac:graphicFrameMk id="2" creationId="{ED489989-9DFC-C931-6C02-EBA95B4DA18E}"/>
          </ac:graphicFrameMkLst>
        </pc:graphicFrameChg>
        <pc:picChg chg="add mod">
          <ac:chgData name="Deepa Gunasekar" userId="e7844ebc18750cb2" providerId="LiveId" clId="{75E0DA32-FB78-4544-B798-78727A3D7C1F}" dt="2025-08-04T05:26:47.357" v="315" actId="14100"/>
          <ac:picMkLst>
            <pc:docMk/>
            <pc:sldMk cId="985375091" sldId="280"/>
            <ac:picMk id="5" creationId="{85ACFAD8-1175-7AA5-E7A8-A3C8B190A0E7}"/>
          </ac:picMkLst>
        </pc:picChg>
        <pc:picChg chg="add mod">
          <ac:chgData name="Deepa Gunasekar" userId="e7844ebc18750cb2" providerId="LiveId" clId="{75E0DA32-FB78-4544-B798-78727A3D7C1F}" dt="2025-08-04T05:26:50.739" v="316" actId="1076"/>
          <ac:picMkLst>
            <pc:docMk/>
            <pc:sldMk cId="985375091" sldId="280"/>
            <ac:picMk id="7" creationId="{B7F2C962-CBAA-9558-5A4D-0F037DBCF0F3}"/>
          </ac:picMkLst>
        </pc:picChg>
      </pc:sldChg>
      <pc:sldChg chg="addSp delSp modSp mod ord modTransition">
        <pc:chgData name="Deepa Gunasekar" userId="e7844ebc18750cb2" providerId="LiveId" clId="{75E0DA32-FB78-4544-B798-78727A3D7C1F}" dt="2025-08-04T06:07:23.457" v="710"/>
        <pc:sldMkLst>
          <pc:docMk/>
          <pc:sldMk cId="2409968934" sldId="281"/>
        </pc:sldMkLst>
        <pc:spChg chg="del">
          <ac:chgData name="Deepa Gunasekar" userId="e7844ebc18750cb2" providerId="LiveId" clId="{75E0DA32-FB78-4544-B798-78727A3D7C1F}" dt="2025-08-04T05:49:06.482" v="534" actId="478"/>
          <ac:spMkLst>
            <pc:docMk/>
            <pc:sldMk cId="2409968934" sldId="281"/>
            <ac:spMk id="3" creationId="{61203C49-F854-6FFE-9706-627A64E7B796}"/>
          </ac:spMkLst>
        </pc:spChg>
        <pc:spChg chg="add mod">
          <ac:chgData name="Deepa Gunasekar" userId="e7844ebc18750cb2" providerId="LiveId" clId="{75E0DA32-FB78-4544-B798-78727A3D7C1F}" dt="2025-08-04T05:54:58.746" v="591" actId="14100"/>
          <ac:spMkLst>
            <pc:docMk/>
            <pc:sldMk cId="2409968934" sldId="281"/>
            <ac:spMk id="8" creationId="{355B603B-9B22-2786-651B-3FD507C90823}"/>
          </ac:spMkLst>
        </pc:spChg>
        <pc:spChg chg="add mod">
          <ac:chgData name="Deepa Gunasekar" userId="e7844ebc18750cb2" providerId="LiveId" clId="{75E0DA32-FB78-4544-B798-78727A3D7C1F}" dt="2025-08-04T05:54:23.975" v="585" actId="1076"/>
          <ac:spMkLst>
            <pc:docMk/>
            <pc:sldMk cId="2409968934" sldId="281"/>
            <ac:spMk id="10" creationId="{BB21866E-F033-C81B-2BDD-821DB81B9478}"/>
          </ac:spMkLst>
        </pc:spChg>
        <pc:spChg chg="add mod">
          <ac:chgData name="Deepa Gunasekar" userId="e7844ebc18750cb2" providerId="LiveId" clId="{75E0DA32-FB78-4544-B798-78727A3D7C1F}" dt="2025-08-04T05:54:54.838" v="590" actId="1076"/>
          <ac:spMkLst>
            <pc:docMk/>
            <pc:sldMk cId="2409968934" sldId="281"/>
            <ac:spMk id="12" creationId="{A008E43A-DC97-0C19-108B-3698328E1511}"/>
          </ac:spMkLst>
        </pc:spChg>
        <pc:spChg chg="add mod">
          <ac:chgData name="Deepa Gunasekar" userId="e7844ebc18750cb2" providerId="LiveId" clId="{75E0DA32-FB78-4544-B798-78727A3D7C1F}" dt="2025-08-04T05:55:21.652" v="597" actId="1076"/>
          <ac:spMkLst>
            <pc:docMk/>
            <pc:sldMk cId="2409968934" sldId="281"/>
            <ac:spMk id="14" creationId="{8C187F2A-D4C3-2997-C6CA-118A8F050029}"/>
          </ac:spMkLst>
        </pc:spChg>
        <pc:spChg chg="add mod">
          <ac:chgData name="Deepa Gunasekar" userId="e7844ebc18750cb2" providerId="LiveId" clId="{75E0DA32-FB78-4544-B798-78727A3D7C1F}" dt="2025-08-04T05:55:44.983" v="602" actId="113"/>
          <ac:spMkLst>
            <pc:docMk/>
            <pc:sldMk cId="2409968934" sldId="281"/>
            <ac:spMk id="16" creationId="{8D0C9EF3-6505-CA52-EF50-B9DA9FC87545}"/>
          </ac:spMkLst>
        </pc:spChg>
        <pc:spChg chg="add mod">
          <ac:chgData name="Deepa Gunasekar" userId="e7844ebc18750cb2" providerId="LiveId" clId="{75E0DA32-FB78-4544-B798-78727A3D7C1F}" dt="2025-08-04T05:56:02.743" v="608" actId="1076"/>
          <ac:spMkLst>
            <pc:docMk/>
            <pc:sldMk cId="2409968934" sldId="281"/>
            <ac:spMk id="18" creationId="{D13E2688-0ED8-2C84-04A3-A3CC34FB84D5}"/>
          </ac:spMkLst>
        </pc:spChg>
        <pc:spChg chg="add mod">
          <ac:chgData name="Deepa Gunasekar" userId="e7844ebc18750cb2" providerId="LiveId" clId="{75E0DA32-FB78-4544-B798-78727A3D7C1F}" dt="2025-08-04T05:57:28.844" v="628" actId="255"/>
          <ac:spMkLst>
            <pc:docMk/>
            <pc:sldMk cId="2409968934" sldId="281"/>
            <ac:spMk id="20" creationId="{DE8884D3-0374-6DA5-D8DA-DEAC48A4586C}"/>
          </ac:spMkLst>
        </pc:spChg>
        <pc:spChg chg="add mod">
          <ac:chgData name="Deepa Gunasekar" userId="e7844ebc18750cb2" providerId="LiveId" clId="{75E0DA32-FB78-4544-B798-78727A3D7C1F}" dt="2025-08-04T05:56:38.642" v="616" actId="1076"/>
          <ac:spMkLst>
            <pc:docMk/>
            <pc:sldMk cId="2409968934" sldId="281"/>
            <ac:spMk id="22" creationId="{B1A9D630-AA29-9357-BF18-8592659C5D4A}"/>
          </ac:spMkLst>
        </pc:spChg>
        <pc:spChg chg="add mod">
          <ac:chgData name="Deepa Gunasekar" userId="e7844ebc18750cb2" providerId="LiveId" clId="{75E0DA32-FB78-4544-B798-78727A3D7C1F}" dt="2025-08-04T05:56:53.988" v="620" actId="255"/>
          <ac:spMkLst>
            <pc:docMk/>
            <pc:sldMk cId="2409968934" sldId="281"/>
            <ac:spMk id="24" creationId="{F4E32894-BFAE-9EA7-1928-F89F20D1A31B}"/>
          </ac:spMkLst>
        </pc:spChg>
        <pc:spChg chg="add mod">
          <ac:chgData name="Deepa Gunasekar" userId="e7844ebc18750cb2" providerId="LiveId" clId="{75E0DA32-FB78-4544-B798-78727A3D7C1F}" dt="2025-08-04T05:57:10.934" v="624" actId="1076"/>
          <ac:spMkLst>
            <pc:docMk/>
            <pc:sldMk cId="2409968934" sldId="281"/>
            <ac:spMk id="26" creationId="{430D9D01-F801-242A-768E-4E0CF518DF1F}"/>
          </ac:spMkLst>
        </pc:spChg>
        <pc:spChg chg="add mod">
          <ac:chgData name="Deepa Gunasekar" userId="e7844ebc18750cb2" providerId="LiveId" clId="{75E0DA32-FB78-4544-B798-78727A3D7C1F}" dt="2025-08-04T05:58:40.928" v="643" actId="1076"/>
          <ac:spMkLst>
            <pc:docMk/>
            <pc:sldMk cId="2409968934" sldId="281"/>
            <ac:spMk id="28" creationId="{BCBAEF0A-2499-9C8F-3E8D-D68777C75A03}"/>
          </ac:spMkLst>
        </pc:spChg>
        <pc:spChg chg="add mod">
          <ac:chgData name="Deepa Gunasekar" userId="e7844ebc18750cb2" providerId="LiveId" clId="{75E0DA32-FB78-4544-B798-78727A3D7C1F}" dt="2025-08-04T05:59:03.366" v="649" actId="1076"/>
          <ac:spMkLst>
            <pc:docMk/>
            <pc:sldMk cId="2409968934" sldId="281"/>
            <ac:spMk id="30" creationId="{C3742EF2-3EAD-9408-6A68-87EEB9C5BAC0}"/>
          </ac:spMkLst>
        </pc:spChg>
        <pc:spChg chg="add mod">
          <ac:chgData name="Deepa Gunasekar" userId="e7844ebc18750cb2" providerId="LiveId" clId="{75E0DA32-FB78-4544-B798-78727A3D7C1F}" dt="2025-08-04T05:58:22.890" v="639" actId="1076"/>
          <ac:spMkLst>
            <pc:docMk/>
            <pc:sldMk cId="2409968934" sldId="281"/>
            <ac:spMk id="32" creationId="{85D4E01C-FB47-C15B-E55A-E2AC2A5AEA4C}"/>
          </ac:spMkLst>
        </pc:spChg>
        <pc:spChg chg="add mod">
          <ac:chgData name="Deepa Gunasekar" userId="e7844ebc18750cb2" providerId="LiveId" clId="{75E0DA32-FB78-4544-B798-78727A3D7C1F}" dt="2025-08-04T05:58:48.486" v="645" actId="14100"/>
          <ac:spMkLst>
            <pc:docMk/>
            <pc:sldMk cId="2409968934" sldId="281"/>
            <ac:spMk id="34" creationId="{E1160908-ED49-8645-6CD4-458DAE62C6F5}"/>
          </ac:spMkLst>
        </pc:spChg>
        <pc:spChg chg="add mod">
          <ac:chgData name="Deepa Gunasekar" userId="e7844ebc18750cb2" providerId="LiveId" clId="{75E0DA32-FB78-4544-B798-78727A3D7C1F}" dt="2025-08-04T05:53:40.342" v="577" actId="255"/>
          <ac:spMkLst>
            <pc:docMk/>
            <pc:sldMk cId="2409968934" sldId="281"/>
            <ac:spMk id="35" creationId="{58E9424B-F6E3-B687-D581-2B945AA8C1D9}"/>
          </ac:spMkLst>
        </pc:spChg>
        <pc:picChg chg="add del mod">
          <ac:chgData name="Deepa Gunasekar" userId="e7844ebc18750cb2" providerId="LiveId" clId="{75E0DA32-FB78-4544-B798-78727A3D7C1F}" dt="2025-08-04T05:40:57.765" v="425" actId="478"/>
          <ac:picMkLst>
            <pc:docMk/>
            <pc:sldMk cId="2409968934" sldId="281"/>
            <ac:picMk id="4" creationId="{D1C8E8EE-A33A-0566-D3F8-0EC4915551AA}"/>
          </ac:picMkLst>
        </pc:picChg>
        <pc:picChg chg="add del mod">
          <ac:chgData name="Deepa Gunasekar" userId="e7844ebc18750cb2" providerId="LiveId" clId="{75E0DA32-FB78-4544-B798-78727A3D7C1F}" dt="2025-08-04T05:49:08.560" v="535" actId="478"/>
          <ac:picMkLst>
            <pc:docMk/>
            <pc:sldMk cId="2409968934" sldId="281"/>
            <ac:picMk id="6" creationId="{CB6C6590-2EB3-9EFE-3F88-D6D5F583F88F}"/>
          </ac:picMkLst>
        </pc:picChg>
        <pc:picChg chg="add mod">
          <ac:chgData name="Deepa Gunasekar" userId="e7844ebc18750cb2" providerId="LiveId" clId="{75E0DA32-FB78-4544-B798-78727A3D7C1F}" dt="2025-08-04T05:59:43.807" v="652" actId="1076"/>
          <ac:picMkLst>
            <pc:docMk/>
            <pc:sldMk cId="2409968934" sldId="281"/>
            <ac:picMk id="2050" creationId="{E3591AFE-5270-4424-AB39-C34EA966DCF8}"/>
          </ac:picMkLst>
        </pc:picChg>
      </pc:sldChg>
      <pc:sldChg chg="addSp modSp mod modTransition">
        <pc:chgData name="Deepa Gunasekar" userId="e7844ebc18750cb2" providerId="LiveId" clId="{75E0DA32-FB78-4544-B798-78727A3D7C1F}" dt="2025-08-04T06:07:12.367" v="707"/>
        <pc:sldMkLst>
          <pc:docMk/>
          <pc:sldMk cId="544711077" sldId="282"/>
        </pc:sldMkLst>
        <pc:spChg chg="add mod">
          <ac:chgData name="Deepa Gunasekar" userId="e7844ebc18750cb2" providerId="LiveId" clId="{75E0DA32-FB78-4544-B798-78727A3D7C1F}" dt="2025-08-04T05:14:21.095" v="175" actId="2711"/>
          <ac:spMkLst>
            <pc:docMk/>
            <pc:sldMk cId="544711077" sldId="282"/>
            <ac:spMk id="2" creationId="{83B47293-89E1-385F-6EED-5384EE4A4848}"/>
          </ac:spMkLst>
        </pc:spChg>
        <pc:picChg chg="add mod">
          <ac:chgData name="Deepa Gunasekar" userId="e7844ebc18750cb2" providerId="LiveId" clId="{75E0DA32-FB78-4544-B798-78727A3D7C1F}" dt="2025-08-04T05:15:22.770" v="180" actId="14100"/>
          <ac:picMkLst>
            <pc:docMk/>
            <pc:sldMk cId="544711077" sldId="282"/>
            <ac:picMk id="4" creationId="{BA01D8BF-624D-3766-573C-0D0B07BADB56}"/>
          </ac:picMkLst>
        </pc:picChg>
      </pc:sldChg>
      <pc:sldChg chg="addSp delSp modSp add mod modTransition">
        <pc:chgData name="Deepa Gunasekar" userId="e7844ebc18750cb2" providerId="LiveId" clId="{75E0DA32-FB78-4544-B798-78727A3D7C1F}" dt="2025-08-04T06:07:16.188" v="708"/>
        <pc:sldMkLst>
          <pc:docMk/>
          <pc:sldMk cId="68918287" sldId="283"/>
        </pc:sldMkLst>
        <pc:spChg chg="mod">
          <ac:chgData name="Deepa Gunasekar" userId="e7844ebc18750cb2" providerId="LiveId" clId="{75E0DA32-FB78-4544-B798-78727A3D7C1F}" dt="2025-08-04T05:31:05.361" v="403" actId="20577"/>
          <ac:spMkLst>
            <pc:docMk/>
            <pc:sldMk cId="68918287" sldId="283"/>
            <ac:spMk id="2" creationId="{61C166AA-8666-8DDF-B162-F01DDD6D917D}"/>
          </ac:spMkLst>
        </pc:spChg>
        <pc:picChg chg="del">
          <ac:chgData name="Deepa Gunasekar" userId="e7844ebc18750cb2" providerId="LiveId" clId="{75E0DA32-FB78-4544-B798-78727A3D7C1F}" dt="2025-08-04T05:15:43.073" v="184" actId="478"/>
          <ac:picMkLst>
            <pc:docMk/>
            <pc:sldMk cId="68918287" sldId="283"/>
            <ac:picMk id="4" creationId="{CDE9CFBA-FECC-7DBA-84BD-68BEFA077823}"/>
          </ac:picMkLst>
        </pc:picChg>
        <pc:picChg chg="add del mod">
          <ac:chgData name="Deepa Gunasekar" userId="e7844ebc18750cb2" providerId="LiveId" clId="{75E0DA32-FB78-4544-B798-78727A3D7C1F}" dt="2025-08-04T05:29:32.595" v="348" actId="478"/>
          <ac:picMkLst>
            <pc:docMk/>
            <pc:sldMk cId="68918287" sldId="283"/>
            <ac:picMk id="5" creationId="{5B76FF00-F2C5-A18F-89E3-0FDC3135006F}"/>
          </ac:picMkLst>
        </pc:picChg>
        <pc:picChg chg="add mod">
          <ac:chgData name="Deepa Gunasekar" userId="e7844ebc18750cb2" providerId="LiveId" clId="{75E0DA32-FB78-4544-B798-78727A3D7C1F}" dt="2025-08-04T05:29:35.420" v="349" actId="1076"/>
          <ac:picMkLst>
            <pc:docMk/>
            <pc:sldMk cId="68918287" sldId="283"/>
            <ac:picMk id="7" creationId="{C9BDF1EC-4BBA-4EA3-82AA-D6A72F704185}"/>
          </ac:picMkLst>
        </pc:picChg>
        <pc:picChg chg="add del mod">
          <ac:chgData name="Deepa Gunasekar" userId="e7844ebc18750cb2" providerId="LiveId" clId="{75E0DA32-FB78-4544-B798-78727A3D7C1F}" dt="2025-08-04T05:30:05.706" v="354" actId="478"/>
          <ac:picMkLst>
            <pc:docMk/>
            <pc:sldMk cId="68918287" sldId="283"/>
            <ac:picMk id="9" creationId="{882176DC-86D6-398F-D624-A9ED3996C50A}"/>
          </ac:picMkLst>
        </pc:picChg>
        <pc:picChg chg="add mod">
          <ac:chgData name="Deepa Gunasekar" userId="e7844ebc18750cb2" providerId="LiveId" clId="{75E0DA32-FB78-4544-B798-78727A3D7C1F}" dt="2025-08-04T05:31:39.878" v="408" actId="1076"/>
          <ac:picMkLst>
            <pc:docMk/>
            <pc:sldMk cId="68918287" sldId="283"/>
            <ac:picMk id="11" creationId="{1A844F15-DB65-3A5D-07CF-E362068143AF}"/>
          </ac:picMkLst>
        </pc:picChg>
        <pc:picChg chg="add mod">
          <ac:chgData name="Deepa Gunasekar" userId="e7844ebc18750cb2" providerId="LiveId" clId="{75E0DA32-FB78-4544-B798-78727A3D7C1F}" dt="2025-08-04T05:31:54.579" v="414" actId="14100"/>
          <ac:picMkLst>
            <pc:docMk/>
            <pc:sldMk cId="68918287" sldId="283"/>
            <ac:picMk id="13" creationId="{3E6031F6-3EB5-51B6-BAB8-37265ABF0DA8}"/>
          </ac:picMkLst>
        </pc:picChg>
        <pc:picChg chg="add mod">
          <ac:chgData name="Deepa Gunasekar" userId="e7844ebc18750cb2" providerId="LiveId" clId="{75E0DA32-FB78-4544-B798-78727A3D7C1F}" dt="2025-08-04T05:32:20.057" v="418" actId="14100"/>
          <ac:picMkLst>
            <pc:docMk/>
            <pc:sldMk cId="68918287" sldId="283"/>
            <ac:picMk id="15" creationId="{4DAA5306-4154-FD53-99D1-9115E4AF3773}"/>
          </ac:picMkLst>
        </pc:picChg>
      </pc:sldChg>
      <pc:sldChg chg="new del">
        <pc:chgData name="Deepa Gunasekar" userId="e7844ebc18750cb2" providerId="LiveId" clId="{75E0DA32-FB78-4544-B798-78727A3D7C1F}" dt="2025-08-04T05:15:34.116" v="182" actId="2696"/>
        <pc:sldMkLst>
          <pc:docMk/>
          <pc:sldMk cId="1359752076" sldId="283"/>
        </pc:sldMkLst>
      </pc:sldChg>
      <pc:sldChg chg="addSp delSp modSp add mod ord modTransition">
        <pc:chgData name="Deepa Gunasekar" userId="e7844ebc18750cb2" providerId="LiveId" clId="{75E0DA32-FB78-4544-B798-78727A3D7C1F}" dt="2025-08-04T06:07:50.543" v="714"/>
        <pc:sldMkLst>
          <pc:docMk/>
          <pc:sldMk cId="983206208" sldId="284"/>
        </pc:sldMkLst>
        <pc:spChg chg="del">
          <ac:chgData name="Deepa Gunasekar" userId="e7844ebc18750cb2" providerId="LiveId" clId="{75E0DA32-FB78-4544-B798-78727A3D7C1F}" dt="2025-08-04T05:42:29.743" v="442" actId="478"/>
          <ac:spMkLst>
            <pc:docMk/>
            <pc:sldMk cId="983206208" sldId="284"/>
            <ac:spMk id="3" creationId="{EF22A195-4B00-6A54-44DD-028AD71B3A49}"/>
          </ac:spMkLst>
        </pc:spChg>
        <pc:spChg chg="add mod">
          <ac:chgData name="Deepa Gunasekar" userId="e7844ebc18750cb2" providerId="LiveId" clId="{75E0DA32-FB78-4544-B798-78727A3D7C1F}" dt="2025-08-04T05:42:48.608" v="448" actId="1076"/>
          <ac:spMkLst>
            <pc:docMk/>
            <pc:sldMk cId="983206208" sldId="284"/>
            <ac:spMk id="4" creationId="{970C4F2F-A55C-FD88-A056-0E8C111A552A}"/>
          </ac:spMkLst>
        </pc:spChg>
        <pc:spChg chg="add mod">
          <ac:chgData name="Deepa Gunasekar" userId="e7844ebc18750cb2" providerId="LiveId" clId="{75E0DA32-FB78-4544-B798-78727A3D7C1F}" dt="2025-08-04T05:46:01.156" v="509" actId="207"/>
          <ac:spMkLst>
            <pc:docMk/>
            <pc:sldMk cId="983206208" sldId="284"/>
            <ac:spMk id="7" creationId="{CDBBB6B4-DC2F-9A3C-9F10-DD81B62EAD59}"/>
          </ac:spMkLst>
        </pc:spChg>
        <pc:picChg chg="del">
          <ac:chgData name="Deepa Gunasekar" userId="e7844ebc18750cb2" providerId="LiveId" clId="{75E0DA32-FB78-4544-B798-78727A3D7C1F}" dt="2025-08-04T05:42:27.009" v="441" actId="478"/>
          <ac:picMkLst>
            <pc:docMk/>
            <pc:sldMk cId="983206208" sldId="284"/>
            <ac:picMk id="6" creationId="{93E156F1-2451-E497-260D-1F4E846707F4}"/>
          </ac:picMkLst>
        </pc:picChg>
      </pc:sldChg>
      <pc:sldChg chg="addSp delSp modSp add mod modTransition">
        <pc:chgData name="Deepa Gunasekar" userId="e7844ebc18750cb2" providerId="LiveId" clId="{75E0DA32-FB78-4544-B798-78727A3D7C1F}" dt="2025-08-04T06:24:43.182" v="862" actId="20577"/>
        <pc:sldMkLst>
          <pc:docMk/>
          <pc:sldMk cId="775483091" sldId="285"/>
        </pc:sldMkLst>
        <pc:spChg chg="del">
          <ac:chgData name="Deepa Gunasekar" userId="e7844ebc18750cb2" providerId="LiveId" clId="{75E0DA32-FB78-4544-B798-78727A3D7C1F}" dt="2025-08-04T05:46:18.188" v="514" actId="478"/>
          <ac:spMkLst>
            <pc:docMk/>
            <pc:sldMk cId="775483091" sldId="285"/>
            <ac:spMk id="3" creationId="{B775090B-CDE7-FE36-A264-0BD6DA6FAD90}"/>
          </ac:spMkLst>
        </pc:spChg>
        <pc:spChg chg="add mod">
          <ac:chgData name="Deepa Gunasekar" userId="e7844ebc18750cb2" providerId="LiveId" clId="{75E0DA32-FB78-4544-B798-78727A3D7C1F}" dt="2025-08-04T05:48:33.459" v="530" actId="255"/>
          <ac:spMkLst>
            <pc:docMk/>
            <pc:sldMk cId="775483091" sldId="285"/>
            <ac:spMk id="4" creationId="{046D980F-106A-A4EC-15D8-B501E95E3C23}"/>
          </ac:spMkLst>
        </pc:spChg>
        <pc:spChg chg="add mod">
          <ac:chgData name="Deepa Gunasekar" userId="e7844ebc18750cb2" providerId="LiveId" clId="{75E0DA32-FB78-4544-B798-78727A3D7C1F}" dt="2025-08-04T06:24:43.182" v="862" actId="20577"/>
          <ac:spMkLst>
            <pc:docMk/>
            <pc:sldMk cId="775483091" sldId="285"/>
            <ac:spMk id="5" creationId="{2D733ECB-BA9B-EE6F-D06C-EA5B4C2AF3F7}"/>
          </ac:spMkLst>
        </pc:spChg>
        <pc:picChg chg="del">
          <ac:chgData name="Deepa Gunasekar" userId="e7844ebc18750cb2" providerId="LiveId" clId="{75E0DA32-FB78-4544-B798-78727A3D7C1F}" dt="2025-08-04T05:46:14.671" v="513" actId="478"/>
          <ac:picMkLst>
            <pc:docMk/>
            <pc:sldMk cId="775483091" sldId="285"/>
            <ac:picMk id="6" creationId="{CE07DBBE-DEF8-63DC-4B59-A945D37859ED}"/>
          </ac:picMkLst>
        </pc:picChg>
      </pc:sldChg>
      <pc:sldChg chg="new del">
        <pc:chgData name="Deepa Gunasekar" userId="e7844ebc18750cb2" providerId="LiveId" clId="{75E0DA32-FB78-4544-B798-78727A3D7C1F}" dt="2025-08-04T05:48:59.439" v="532" actId="2696"/>
        <pc:sldMkLst>
          <pc:docMk/>
          <pc:sldMk cId="936566731" sldId="286"/>
        </pc:sldMkLst>
      </pc:sldChg>
      <pc:sldChg chg="add modTransition">
        <pc:chgData name="Deepa Gunasekar" userId="e7844ebc18750cb2" providerId="LiveId" clId="{75E0DA32-FB78-4544-B798-78727A3D7C1F}" dt="2025-08-04T06:07:38.667" v="712"/>
        <pc:sldMkLst>
          <pc:docMk/>
          <pc:sldMk cId="3182014377" sldId="286"/>
        </pc:sldMkLst>
      </pc:sldChg>
      <pc:sldChg chg="addSp delSp add mod ord modTransition">
        <pc:chgData name="Deepa Gunasekar" userId="e7844ebc18750cb2" providerId="LiveId" clId="{75E0DA32-FB78-4544-B798-78727A3D7C1F}" dt="2025-08-04T06:08:01.062" v="716"/>
        <pc:sldMkLst>
          <pc:docMk/>
          <pc:sldMk cId="936682753" sldId="287"/>
        </pc:sldMkLst>
        <pc:spChg chg="del">
          <ac:chgData name="Deepa Gunasekar" userId="e7844ebc18750cb2" providerId="LiveId" clId="{75E0DA32-FB78-4544-B798-78727A3D7C1F}" dt="2025-08-04T06:00:03.916" v="656" actId="478"/>
          <ac:spMkLst>
            <pc:docMk/>
            <pc:sldMk cId="936682753" sldId="287"/>
            <ac:spMk id="3" creationId="{57F05BBE-694E-0AE8-373A-1025E12821AC}"/>
          </ac:spMkLst>
        </pc:spChg>
        <pc:picChg chg="del">
          <ac:chgData name="Deepa Gunasekar" userId="e7844ebc18750cb2" providerId="LiveId" clId="{75E0DA32-FB78-4544-B798-78727A3D7C1F}" dt="2025-08-04T06:00:05.758" v="657" actId="478"/>
          <ac:picMkLst>
            <pc:docMk/>
            <pc:sldMk cId="936682753" sldId="287"/>
            <ac:picMk id="6" creationId="{B4B2FD3A-2D15-8549-C42B-4B21339E1205}"/>
          </ac:picMkLst>
        </pc:picChg>
        <pc:picChg chg="add">
          <ac:chgData name="Deepa Gunasekar" userId="e7844ebc18750cb2" providerId="LiveId" clId="{75E0DA32-FB78-4544-B798-78727A3D7C1F}" dt="2025-08-04T06:01:26.635" v="658"/>
          <ac:picMkLst>
            <pc:docMk/>
            <pc:sldMk cId="936682753" sldId="287"/>
            <ac:picMk id="3074" creationId="{E8F5FDA9-4C9C-CF62-AB8C-B86D5D7E8AAD}"/>
          </ac:picMkLst>
        </pc:picChg>
      </pc:sldChg>
      <pc:sldChg chg="add">
        <pc:chgData name="Deepa Gunasekar" userId="e7844ebc18750cb2" providerId="LiveId" clId="{75E0DA32-FB78-4544-B798-78727A3D7C1F}" dt="2025-08-05T05:51:48.775" v="925" actId="2890"/>
        <pc:sldMkLst>
          <pc:docMk/>
          <pc:sldMk cId="1094632328" sldId="288"/>
        </pc:sldMkLst>
      </pc:sldChg>
      <pc:sldMasterChg chg="delSldLayout">
        <pc:chgData name="Deepa Gunasekar" userId="e7844ebc18750cb2" providerId="LiveId" clId="{75E0DA32-FB78-4544-B798-78727A3D7C1F}" dt="2025-08-04T05:48:59.439" v="532" actId="2696"/>
        <pc:sldMasterMkLst>
          <pc:docMk/>
          <pc:sldMasterMk cId="0" sldId="2147483667"/>
        </pc:sldMasterMkLst>
        <pc:sldLayoutChg chg="del">
          <pc:chgData name="Deepa Gunasekar" userId="e7844ebc18750cb2" providerId="LiveId" clId="{75E0DA32-FB78-4544-B798-78727A3D7C1F}" dt="2025-08-04T05:15:34.116" v="182" actId="2696"/>
          <pc:sldLayoutMkLst>
            <pc:docMk/>
            <pc:sldMasterMk cId="0" sldId="2147483667"/>
            <pc:sldLayoutMk cId="0" sldId="2147483651"/>
          </pc:sldLayoutMkLst>
        </pc:sldLayoutChg>
        <pc:sldLayoutChg chg="del">
          <pc:chgData name="Deepa Gunasekar" userId="e7844ebc18750cb2" providerId="LiveId" clId="{75E0DA32-FB78-4544-B798-78727A3D7C1F}" dt="2025-08-04T05:48:59.439" v="532" actId="2696"/>
          <pc:sldLayoutMkLst>
            <pc:docMk/>
            <pc:sldMasterMk cId="0" sldId="2147483667"/>
            <pc:sldLayoutMk cId="0" sldId="214748365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a\OneDrive\Desktop\final%20mileston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milestone.xlsx]1!1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'1'!$E$4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'1'!$D$5:$D$19</c:f>
              <c:multiLvlStrCache>
                <c:ptCount val="9"/>
                <c:lvl>
                  <c:pt idx="0">
                    <c:v>Female</c:v>
                  </c:pt>
                  <c:pt idx="1">
                    <c:v>Male</c:v>
                  </c:pt>
                  <c:pt idx="2">
                    <c:v>Female</c:v>
                  </c:pt>
                  <c:pt idx="3">
                    <c:v>Non-binary</c:v>
                  </c:pt>
                  <c:pt idx="4">
                    <c:v>Male</c:v>
                  </c:pt>
                  <c:pt idx="5">
                    <c:v>Other</c:v>
                  </c:pt>
                  <c:pt idx="6">
                    <c:v>Female</c:v>
                  </c:pt>
                  <c:pt idx="7">
                    <c:v>Male</c:v>
                  </c:pt>
                  <c:pt idx="8">
                    <c:v>Female</c:v>
                  </c:pt>
                </c:lvl>
                <c:lvl>
                  <c:pt idx="0">
                    <c:v>Biotech (R&amp;D)</c:v>
                  </c:pt>
                  <c:pt idx="1">
                    <c:v>Medical research</c:v>
                  </c:pt>
                  <c:pt idx="4">
                    <c:v>Oil</c:v>
                  </c:pt>
                  <c:pt idx="5">
                    <c:v>Student</c:v>
                  </c:pt>
                  <c:pt idx="8">
                    <c:v>Interpretation</c:v>
                  </c:pt>
                </c:lvl>
              </c:multiLvlStrCache>
            </c:multiLvlStrRef>
          </c:cat>
          <c:val>
            <c:numRef>
              <c:f>'1'!$E$5:$E$19</c:f>
              <c:numCache>
                <c:formatCode>General</c:formatCode>
                <c:ptCount val="9"/>
                <c:pt idx="0">
                  <c:v>556200</c:v>
                </c:pt>
                <c:pt idx="1">
                  <c:v>483600</c:v>
                </c:pt>
                <c:pt idx="2">
                  <c:v>74250</c:v>
                </c:pt>
                <c:pt idx="3">
                  <c:v>54500</c:v>
                </c:pt>
                <c:pt idx="4">
                  <c:v>689000</c:v>
                </c:pt>
                <c:pt idx="5">
                  <c:v>360000</c:v>
                </c:pt>
                <c:pt idx="6">
                  <c:v>222500</c:v>
                </c:pt>
                <c:pt idx="7">
                  <c:v>189360</c:v>
                </c:pt>
                <c:pt idx="8">
                  <c:v>905000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A-43E1-89AB-D92CBB8C325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35099247"/>
        <c:axId val="435108367"/>
      </c:barChart>
      <c:catAx>
        <c:axId val="435099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435108367"/>
        <c:crosses val="autoZero"/>
        <c:auto val="1"/>
        <c:lblAlgn val="ctr"/>
        <c:lblOffset val="100"/>
        <c:noMultiLvlLbl val="0"/>
      </c:catAx>
      <c:valAx>
        <c:axId val="4351083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509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milestone.xlsx]1!query 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GB" sz="1800" b="0" i="0" u="none" strike="noStrike" baseline="0">
              <a:solidFill>
                <a:schemeClr val="bg1"/>
              </a:solidFill>
            </a:endParaRPr>
          </a:p>
          <a:p>
            <a:pPr>
              <a:defRPr>
                <a:solidFill>
                  <a:schemeClr val="bg1"/>
                </a:solidFill>
              </a:defRPr>
            </a:pPr>
            <a:r>
              <a:rPr lang="en-GB" sz="1800" b="0" i="0" u="none" strike="noStrike" baseline="0">
                <a:solidFill>
                  <a:schemeClr val="bg1"/>
                </a:solidFill>
              </a:rPr>
              <a:t>Total Salary Compensation by Job Title </a:t>
            </a:r>
          </a:p>
          <a:p>
            <a:pPr>
              <a:defRPr>
                <a:solidFill>
                  <a:schemeClr val="bg1"/>
                </a:solidFill>
              </a:defRPr>
            </a:pPr>
            <a:endParaRPr lang="en-US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42550317375276736"/>
          <c:y val="3.04023204130363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,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,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,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'1'!$B$26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,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'1'!$A$27:$A$37</c:f>
              <c:strCache>
                <c:ptCount val="10"/>
                <c:pt idx="0">
                  <c:v>Software engineer</c:v>
                </c:pt>
                <c:pt idx="1">
                  <c:v>Senior Software Engineer</c:v>
                </c:pt>
                <c:pt idx="2">
                  <c:v>Director</c:v>
                </c:pt>
                <c:pt idx="3">
                  <c:v>Project Manager</c:v>
                </c:pt>
                <c:pt idx="4">
                  <c:v>Program Manager</c:v>
                </c:pt>
                <c:pt idx="5">
                  <c:v>Attorney</c:v>
                </c:pt>
                <c:pt idx="6">
                  <c:v>Manager</c:v>
                </c:pt>
                <c:pt idx="7">
                  <c:v>Product Manager</c:v>
                </c:pt>
                <c:pt idx="8">
                  <c:v>Engineering Manager</c:v>
                </c:pt>
                <c:pt idx="9">
                  <c:v>Associate</c:v>
                </c:pt>
              </c:strCache>
            </c:strRef>
          </c:cat>
          <c:val>
            <c:numRef>
              <c:f>'1'!$B$27:$B$37</c:f>
              <c:numCache>
                <c:formatCode>General</c:formatCode>
                <c:ptCount val="10"/>
                <c:pt idx="0">
                  <c:v>52622956</c:v>
                </c:pt>
                <c:pt idx="1">
                  <c:v>38807671</c:v>
                </c:pt>
                <c:pt idx="2">
                  <c:v>28950395</c:v>
                </c:pt>
                <c:pt idx="3">
                  <c:v>27997540</c:v>
                </c:pt>
                <c:pt idx="4">
                  <c:v>18315483</c:v>
                </c:pt>
                <c:pt idx="5">
                  <c:v>18255270</c:v>
                </c:pt>
                <c:pt idx="6">
                  <c:v>17373018</c:v>
                </c:pt>
                <c:pt idx="7">
                  <c:v>17059427</c:v>
                </c:pt>
                <c:pt idx="8">
                  <c:v>16782441</c:v>
                </c:pt>
                <c:pt idx="9">
                  <c:v>16674926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A6-476C-9F2D-287EE5BBE8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35085327"/>
        <c:axId val="435089647"/>
      </c:barChart>
      <c:catAx>
        <c:axId val="435085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435089647"/>
        <c:crosses val="autoZero"/>
        <c:auto val="1"/>
        <c:lblAlgn val="ctr"/>
        <c:lblOffset val="100"/>
        <c:noMultiLvlLbl val="0"/>
      </c:catAx>
      <c:valAx>
        <c:axId val="4350896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5085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milestone.xlsx]1!query 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GB" sz="1800" b="0" i="0" u="none" strike="noStrike" baseline="0">
              <a:solidFill>
                <a:schemeClr val="bg1"/>
              </a:solidFill>
            </a:endParaRPr>
          </a:p>
          <a:p>
            <a:pPr>
              <a:defRPr>
                <a:solidFill>
                  <a:schemeClr val="bg1"/>
                </a:solidFill>
              </a:defRPr>
            </a:pPr>
            <a:r>
              <a:rPr lang="en-GB" sz="1800" b="0" i="0" u="none" strike="noStrike" baseline="0">
                <a:solidFill>
                  <a:schemeClr val="bg1"/>
                </a:solidFill>
              </a:rPr>
              <a:t>Salary Distribution by Education Level </a:t>
            </a:r>
          </a:p>
          <a:p>
            <a:pPr>
              <a:defRPr>
                <a:solidFill>
                  <a:schemeClr val="bg1"/>
                </a:solidFill>
              </a:defRPr>
            </a:pPr>
            <a:endParaRPr lang="en-GB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156155490004837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2814851268591423E-2"/>
              <c:y val="-1.7186497521143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115594925634296E-2"/>
              <c:y val="-4.7060367454068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9805336832895885E-2"/>
              <c:y val="-2.64946048410615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35870516185477E-2"/>
              <c:y val="-6.23140857392825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659886264216973E-2"/>
              <c:y val="-6.815398075240595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1332567804024498E-2"/>
              <c:y val="-2.145705745115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115594925634296E-2"/>
              <c:y val="-4.7060367454068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2814851268591423E-2"/>
              <c:y val="-1.7186497521143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1332567804024498E-2"/>
              <c:y val="-2.145705745115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659886264216973E-2"/>
              <c:y val="-6.815398075240595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35870516185477E-2"/>
              <c:y val="-6.23140857392825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9805336832895885E-2"/>
              <c:y val="-2.64946048410615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115594925634296E-2"/>
              <c:y val="-4.7060367454068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2814851268591423E-2"/>
              <c:y val="-1.7186497521143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3.1332567804024498E-2"/>
              <c:y val="-2.1457057451151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659886264216973E-2"/>
              <c:y val="-6.815398075240595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35870516185477E-2"/>
              <c:y val="-6.23140857392825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9805336832895885E-2"/>
              <c:y val="-2.649460484106153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'1'!$B$49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F20-47FE-A2DD-18F953AB39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F20-47FE-A2DD-18F953AB391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F20-47FE-A2DD-18F953AB39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F20-47FE-A2DD-18F953AB39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F20-47FE-A2DD-18F953AB391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F20-47FE-A2DD-18F953AB3918}"/>
              </c:ext>
            </c:extLst>
          </c:dPt>
          <c:dLbls>
            <c:dLbl>
              <c:idx val="0"/>
              <c:layout>
                <c:manualLayout>
                  <c:x val="1.7115594925634296E-2"/>
                  <c:y val="-4.70603674540682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20-47FE-A2DD-18F953AB3918}"/>
                </c:ext>
              </c:extLst>
            </c:dLbl>
            <c:dLbl>
              <c:idx val="1"/>
              <c:layout>
                <c:manualLayout>
                  <c:x val="5.2814851268591423E-2"/>
                  <c:y val="-1.718649752114319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20-47FE-A2DD-18F953AB3918}"/>
                </c:ext>
              </c:extLst>
            </c:dLbl>
            <c:dLbl>
              <c:idx val="2"/>
              <c:layout>
                <c:manualLayout>
                  <c:x val="3.1332567804024498E-2"/>
                  <c:y val="-2.14570574511519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20-47FE-A2DD-18F953AB3918}"/>
                </c:ext>
              </c:extLst>
            </c:dLbl>
            <c:dLbl>
              <c:idx val="3"/>
              <c:layout>
                <c:manualLayout>
                  <c:x val="1.3659886264216973E-2"/>
                  <c:y val="-6.8153980752405953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20-47FE-A2DD-18F953AB3918}"/>
                </c:ext>
              </c:extLst>
            </c:dLbl>
            <c:dLbl>
              <c:idx val="4"/>
              <c:layout>
                <c:manualLayout>
                  <c:x val="-2.8035870516185477E-2"/>
                  <c:y val="-6.231408573928259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20-47FE-A2DD-18F953AB3918}"/>
                </c:ext>
              </c:extLst>
            </c:dLbl>
            <c:dLbl>
              <c:idx val="5"/>
              <c:layout>
                <c:manualLayout>
                  <c:x val="-5.9805336832895885E-2"/>
                  <c:y val="-2.649460484106153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20-47FE-A2DD-18F953AB39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'1'!$A$50:$A$56</c:f>
              <c:strCache>
                <c:ptCount val="6"/>
                <c:pt idx="0">
                  <c:v>Bachelor's degree</c:v>
                </c:pt>
                <c:pt idx="1">
                  <c:v>High School</c:v>
                </c:pt>
                <c:pt idx="2">
                  <c:v>Master's degree</c:v>
                </c:pt>
                <c:pt idx="3">
                  <c:v>Other degree</c:v>
                </c:pt>
                <c:pt idx="4">
                  <c:v>PhD</c:v>
                </c:pt>
                <c:pt idx="5">
                  <c:v>Professional degree</c:v>
                </c:pt>
              </c:strCache>
            </c:strRef>
          </c:cat>
          <c:val>
            <c:numRef>
              <c:f>'1'!$B$50:$B$56</c:f>
              <c:numCache>
                <c:formatCode>General</c:formatCode>
                <c:ptCount val="6"/>
                <c:pt idx="0">
                  <c:v>87057.029698581566</c:v>
                </c:pt>
                <c:pt idx="1">
                  <c:v>77841.140186915887</c:v>
                </c:pt>
                <c:pt idx="2">
                  <c:v>92231.661070422531</c:v>
                </c:pt>
                <c:pt idx="3">
                  <c:v>83882.030461270668</c:v>
                </c:pt>
                <c:pt idx="4">
                  <c:v>107419.54029432376</c:v>
                </c:pt>
                <c:pt idx="5">
                  <c:v>134269.38490566038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F20-47FE-A2DD-18F953AB3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milestone.xlsx]1!query4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'1'!$B$70:$B$71</c:f>
              <c:strCache>
                <c:ptCount val="1"/>
                <c:pt idx="0">
                  <c:v>1 year or less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'1'!$B$72:$B$77</c:f>
              <c:numCache>
                <c:formatCode>General</c:formatCode>
                <c:ptCount val="5"/>
                <c:pt idx="0">
                  <c:v>1479209</c:v>
                </c:pt>
                <c:pt idx="1">
                  <c:v>826781</c:v>
                </c:pt>
                <c:pt idx="2">
                  <c:v>963239</c:v>
                </c:pt>
                <c:pt idx="3">
                  <c:v>371320</c:v>
                </c:pt>
                <c:pt idx="4">
                  <c:v>469259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E6-4C84-ABF9-A540E90B2B09}"/>
            </c:ext>
          </c:extLst>
        </c:ser>
        <c:ser>
          <c:idx val="1"/>
          <c:order val="1"/>
          <c:tx>
            <c:strRef>
              <c:f>'1'!$C$70:$C$71</c:f>
              <c:strCache>
                <c:ptCount val="1"/>
                <c:pt idx="0">
                  <c:v>11 - 20 years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'1'!$C$72:$C$77</c:f>
              <c:numCache>
                <c:formatCode>General</c:formatCode>
                <c:ptCount val="5"/>
                <c:pt idx="0">
                  <c:v>25278560</c:v>
                </c:pt>
                <c:pt idx="1">
                  <c:v>7805329</c:v>
                </c:pt>
                <c:pt idx="2">
                  <c:v>9540097</c:v>
                </c:pt>
                <c:pt idx="3">
                  <c:v>11417438</c:v>
                </c:pt>
                <c:pt idx="4">
                  <c:v>11607991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E6-4C84-ABF9-A540E90B2B09}"/>
            </c:ext>
          </c:extLst>
        </c:ser>
        <c:ser>
          <c:idx val="2"/>
          <c:order val="2"/>
          <c:tx>
            <c:strRef>
              <c:f>'1'!$D$70:$D$71</c:f>
              <c:strCache>
                <c:ptCount val="1"/>
                <c:pt idx="0">
                  <c:v>2 - 4 years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'1'!$D$72:$D$77</c:f>
              <c:numCache>
                <c:formatCode>General</c:formatCode>
                <c:ptCount val="5"/>
                <c:pt idx="0">
                  <c:v>8954794</c:v>
                </c:pt>
                <c:pt idx="1">
                  <c:v>3003915</c:v>
                </c:pt>
                <c:pt idx="2">
                  <c:v>2998931</c:v>
                </c:pt>
                <c:pt idx="3">
                  <c:v>2976753</c:v>
                </c:pt>
                <c:pt idx="4">
                  <c:v>2926623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E6-4C84-ABF9-A540E90B2B09}"/>
            </c:ext>
          </c:extLst>
        </c:ser>
        <c:ser>
          <c:idx val="3"/>
          <c:order val="3"/>
          <c:tx>
            <c:strRef>
              <c:f>'1'!$E$70:$E$71</c:f>
              <c:strCache>
                <c:ptCount val="1"/>
                <c:pt idx="0">
                  <c:v>21 - 30 years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'1'!$E$72:$E$77</c:f>
              <c:numCache>
                <c:formatCode>General</c:formatCode>
                <c:ptCount val="5"/>
                <c:pt idx="0">
                  <c:v>10198674</c:v>
                </c:pt>
                <c:pt idx="1">
                  <c:v>3319555</c:v>
                </c:pt>
                <c:pt idx="2">
                  <c:v>3637965</c:v>
                </c:pt>
                <c:pt idx="3">
                  <c:v>3341323</c:v>
                </c:pt>
                <c:pt idx="4">
                  <c:v>3756922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CE6-4C84-ABF9-A540E90B2B09}"/>
            </c:ext>
          </c:extLst>
        </c:ser>
        <c:ser>
          <c:idx val="4"/>
          <c:order val="4"/>
          <c:tx>
            <c:strRef>
              <c:f>'1'!$F$70:$F$71</c:f>
              <c:strCache>
                <c:ptCount val="1"/>
                <c:pt idx="0">
                  <c:v>31 - 40 years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'1'!$F$72:$F$77</c:f>
              <c:numCache>
                <c:formatCode>General</c:formatCode>
                <c:ptCount val="5"/>
                <c:pt idx="0">
                  <c:v>1711348</c:v>
                </c:pt>
                <c:pt idx="1">
                  <c:v>894883</c:v>
                </c:pt>
                <c:pt idx="2">
                  <c:v>1054472</c:v>
                </c:pt>
                <c:pt idx="3">
                  <c:v>603301</c:v>
                </c:pt>
                <c:pt idx="4">
                  <c:v>1216505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E6-4C84-ABF9-A540E90B2B09}"/>
            </c:ext>
          </c:extLst>
        </c:ser>
        <c:ser>
          <c:idx val="5"/>
          <c:order val="5"/>
          <c:tx>
            <c:strRef>
              <c:f>'1'!$G$70:$G$71</c:f>
              <c:strCache>
                <c:ptCount val="1"/>
                <c:pt idx="0">
                  <c:v>41 years or more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'1'!$G$72:$G$77</c:f>
              <c:numCache>
                <c:formatCode>General</c:formatCode>
                <c:ptCount val="5"/>
                <c:pt idx="0">
                  <c:v>202956</c:v>
                </c:pt>
                <c:pt idx="1">
                  <c:v>81685</c:v>
                </c:pt>
                <c:pt idx="2">
                  <c:v>103496</c:v>
                </c:pt>
                <c:pt idx="3">
                  <c:v>182542</c:v>
                </c:pt>
                <c:pt idx="4">
                  <c:v>95171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CE6-4C84-ABF9-A540E90B2B09}"/>
            </c:ext>
          </c:extLst>
        </c:ser>
        <c:ser>
          <c:idx val="6"/>
          <c:order val="6"/>
          <c:tx>
            <c:strRef>
              <c:f>'1'!$H$70:$H$71</c:f>
              <c:strCache>
                <c:ptCount val="1"/>
                <c:pt idx="0">
                  <c:v>5-7 years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'1'!$H$72:$H$77</c:f>
              <c:numCache>
                <c:formatCode>General</c:formatCode>
                <c:ptCount val="5"/>
                <c:pt idx="0">
                  <c:v>12315672</c:v>
                </c:pt>
                <c:pt idx="1">
                  <c:v>4524703</c:v>
                </c:pt>
                <c:pt idx="2">
                  <c:v>4293216</c:v>
                </c:pt>
                <c:pt idx="3">
                  <c:v>5815218</c:v>
                </c:pt>
                <c:pt idx="4">
                  <c:v>4867390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E6-4C84-ABF9-A540E90B2B09}"/>
            </c:ext>
          </c:extLst>
        </c:ser>
        <c:ser>
          <c:idx val="7"/>
          <c:order val="7"/>
          <c:tx>
            <c:strRef>
              <c:f>'1'!$I$70:$I$71</c:f>
              <c:strCache>
                <c:ptCount val="1"/>
                <c:pt idx="0">
                  <c:v>8 - 10 years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'1'!$A$72:$A$77</c:f>
              <c:strCache>
                <c:ptCount val="5"/>
                <c:pt idx="0">
                  <c:v>Computing or Tech</c:v>
                </c:pt>
                <c:pt idx="1">
                  <c:v>Accounting, Banking &amp; Finance</c:v>
                </c:pt>
                <c:pt idx="2">
                  <c:v>Health care</c:v>
                </c:pt>
                <c:pt idx="3">
                  <c:v>Nonprofits</c:v>
                </c:pt>
                <c:pt idx="4">
                  <c:v>Education (Higher Education)</c:v>
                </c:pt>
              </c:strCache>
            </c:strRef>
          </c:cat>
          <c:val>
            <c:numRef>
              <c:f>'1'!$I$72:$I$77</c:f>
              <c:numCache>
                <c:formatCode>General</c:formatCode>
                <c:ptCount val="5"/>
                <c:pt idx="0">
                  <c:v>12798954</c:v>
                </c:pt>
                <c:pt idx="1">
                  <c:v>5079443</c:v>
                </c:pt>
                <c:pt idx="2">
                  <c:v>5214766</c:v>
                </c:pt>
                <c:pt idx="3">
                  <c:v>6403293</c:v>
                </c:pt>
                <c:pt idx="4">
                  <c:v>6018904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CE6-4C84-ABF9-A540E90B2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4834975"/>
        <c:axId val="1264856575"/>
      </c:barChart>
      <c:catAx>
        <c:axId val="1264834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264856575"/>
        <c:crosses val="autoZero"/>
        <c:auto val="1"/>
        <c:lblAlgn val="ctr"/>
        <c:lblOffset val="100"/>
        <c:noMultiLvlLbl val="0"/>
      </c:catAx>
      <c:valAx>
        <c:axId val="12648565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64834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milestone.xlsx]1!query5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chemeClr val="bg1"/>
                </a:solidFill>
              </a:rPr>
              <a:t>Median salary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'1'!$B$93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'1'!$A$94:$A$109</c:f>
              <c:multiLvlStrCache>
                <c:ptCount val="8"/>
                <c:lvl>
                  <c:pt idx="0">
                    <c:v>Male</c:v>
                  </c:pt>
                  <c:pt idx="1">
                    <c:v>Male</c:v>
                  </c:pt>
                  <c:pt idx="2">
                    <c:v>Male</c:v>
                  </c:pt>
                  <c:pt idx="3">
                    <c:v>Male</c:v>
                  </c:pt>
                  <c:pt idx="4">
                    <c:v>Other</c:v>
                  </c:pt>
                  <c:pt idx="5">
                    <c:v>Non-binary</c:v>
                  </c:pt>
                  <c:pt idx="6">
                    <c:v>Male</c:v>
                  </c:pt>
                  <c:pt idx="7">
                    <c:v>Other</c:v>
                  </c:pt>
                </c:lvl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 or over</c:v>
                  </c:pt>
                  <c:pt idx="6">
                    <c:v>under 18</c:v>
                  </c:pt>
                </c:lvl>
              </c:multiLvlStrCache>
            </c:multiLvlStrRef>
          </c:cat>
          <c:val>
            <c:numRef>
              <c:f>'1'!$B$94:$B$109</c:f>
              <c:numCache>
                <c:formatCode>General</c:formatCode>
                <c:ptCount val="8"/>
                <c:pt idx="0">
                  <c:v>76950.14</c:v>
                </c:pt>
                <c:pt idx="1">
                  <c:v>99951.06</c:v>
                </c:pt>
                <c:pt idx="2">
                  <c:v>121755.33</c:v>
                </c:pt>
                <c:pt idx="3">
                  <c:v>133973.48000000001</c:v>
                </c:pt>
                <c:pt idx="4">
                  <c:v>136789.13</c:v>
                </c:pt>
                <c:pt idx="5">
                  <c:v>200000</c:v>
                </c:pt>
                <c:pt idx="6">
                  <c:v>360000</c:v>
                </c:pt>
                <c:pt idx="7">
                  <c:v>360000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F5-4B71-91DD-7E8734F9D0B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8728624"/>
        <c:axId val="118729104"/>
      </c:lineChart>
      <c:catAx>
        <c:axId val="11872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29104"/>
        <c:crosses val="autoZero"/>
        <c:auto val="1"/>
        <c:lblAlgn val="ctr"/>
        <c:lblOffset val="100"/>
        <c:noMultiLvlLbl val="0"/>
      </c:catAx>
      <c:valAx>
        <c:axId val="118729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2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milestone.xlsx]1!6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'1'!$B$138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'1'!$A$139:$A$154</c:f>
              <c:multiLvlStrCache>
                <c:ptCount val="10"/>
                <c:lvl>
                  <c:pt idx="0">
                    <c:v>Learning specialist</c:v>
                  </c:pt>
                  <c:pt idx="1">
                    <c:v>Compliance &amp; Risk Officer</c:v>
                  </c:pt>
                  <c:pt idx="2">
                    <c:v>Frontend Engineer</c:v>
                  </c:pt>
                  <c:pt idx="3">
                    <c:v>Marketing</c:v>
                  </c:pt>
                  <c:pt idx="4">
                    <c:v>Programmer</c:v>
                  </c:pt>
                  <c:pt idx="5">
                    <c:v>Head of Operations</c:v>
                  </c:pt>
                  <c:pt idx="6">
                    <c:v>Associate professor</c:v>
                  </c:pt>
                  <c:pt idx="7">
                    <c:v>Auditor</c:v>
                  </c:pt>
                  <c:pt idx="8">
                    <c:v>chief executive official</c:v>
                  </c:pt>
                  <c:pt idx="9">
                    <c:v>Project Manager</c:v>
                  </c:pt>
                </c:lvl>
                <c:lvl>
                  <c:pt idx="0">
                    <c:v>Canada</c:v>
                  </c:pt>
                  <c:pt idx="1">
                    <c:v>Netherland</c:v>
                  </c:pt>
                  <c:pt idx="5">
                    <c:v>Norway</c:v>
                  </c:pt>
                  <c:pt idx="6">
                    <c:v>South Africa</c:v>
                  </c:pt>
                  <c:pt idx="7">
                    <c:v>Spain</c:v>
                  </c:pt>
                </c:lvl>
              </c:multiLvlStrCache>
            </c:multiLvlStrRef>
          </c:cat>
          <c:val>
            <c:numRef>
              <c:f>'1'!$B$139:$B$154</c:f>
              <c:numCache>
                <c:formatCode>General</c:formatCode>
                <c:ptCount val="10"/>
                <c:pt idx="0">
                  <c:v>960000</c:v>
                </c:pt>
                <c:pt idx="1">
                  <c:v>360000</c:v>
                </c:pt>
                <c:pt idx="2">
                  <c:v>360000</c:v>
                </c:pt>
                <c:pt idx="3">
                  <c:v>360000</c:v>
                </c:pt>
                <c:pt idx="4">
                  <c:v>360000</c:v>
                </c:pt>
                <c:pt idx="5">
                  <c:v>955000</c:v>
                </c:pt>
                <c:pt idx="6">
                  <c:v>974400</c:v>
                </c:pt>
                <c:pt idx="7">
                  <c:v>360000</c:v>
                </c:pt>
                <c:pt idx="8">
                  <c:v>360000</c:v>
                </c:pt>
                <c:pt idx="9">
                  <c:v>360000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5-4DCD-93E1-7193D55C0A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8744944"/>
        <c:axId val="118745424"/>
      </c:barChart>
      <c:catAx>
        <c:axId val="11874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45424"/>
        <c:crosses val="autoZero"/>
        <c:auto val="1"/>
        <c:lblAlgn val="ctr"/>
        <c:lblOffset val="100"/>
        <c:noMultiLvlLbl val="0"/>
      </c:catAx>
      <c:valAx>
        <c:axId val="118745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4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milestone.xlsx]1!7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'1'!$B$166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'1'!$A$167:$A$172</c:f>
              <c:strCache>
                <c:ptCount val="5"/>
                <c:pt idx="0">
                  <c:v>Other</c:v>
                </c:pt>
                <c:pt idx="1">
                  <c:v>Oslo</c:v>
                </c:pt>
                <c:pt idx="2">
                  <c:v>Copenhagen</c:v>
                </c:pt>
                <c:pt idx="3">
                  <c:v>Tokyo</c:v>
                </c:pt>
                <c:pt idx="4">
                  <c:v>San Francisco</c:v>
                </c:pt>
              </c:strCache>
            </c:strRef>
          </c:cat>
          <c:val>
            <c:numRef>
              <c:f>'1'!$B$167:$B$172</c:f>
              <c:numCache>
                <c:formatCode>General</c:formatCode>
                <c:ptCount val="5"/>
                <c:pt idx="0">
                  <c:v>1080000</c:v>
                </c:pt>
                <c:pt idx="1">
                  <c:v>955000</c:v>
                </c:pt>
                <c:pt idx="2">
                  <c:v>829500</c:v>
                </c:pt>
                <c:pt idx="3">
                  <c:v>800000</c:v>
                </c:pt>
                <c:pt idx="4">
                  <c:v>227000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90-4B3D-AAF2-818F77EF8F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18761744"/>
        <c:axId val="118764144"/>
      </c:areaChart>
      <c:catAx>
        <c:axId val="1187617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64144"/>
        <c:crosses val="autoZero"/>
        <c:auto val="1"/>
        <c:lblAlgn val="ctr"/>
        <c:lblOffset val="100"/>
        <c:noMultiLvlLbl val="0"/>
      </c:catAx>
      <c:valAx>
        <c:axId val="118764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87617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milestone.xlsx]1!8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88888888888889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944444444444446"/>
              <c:y val="-9.259241032370957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8791557305336832E-2"/>
                  <c:h val="0.10178258967629045"/>
                </c:manualLayout>
              </c15:layout>
            </c:ext>
          </c:extLst>
        </c:dLbl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33333333333336"/>
              <c:y val="6.94444444444442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3329E-2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88888888888889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3329E-2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33333333333336"/>
              <c:y val="6.94444444444442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944444444444446"/>
              <c:y val="-9.259241032370957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8791557305336832E-2"/>
                  <c:h val="0.10178258967629045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88888888888889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3329E-2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833333333333336"/>
              <c:y val="6.94444444444442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944444444444446"/>
              <c:y val="-9.259241032370957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8791557305336832E-2"/>
                  <c:h val="0.10178258967629045"/>
                </c:manualLayout>
              </c15:layout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'1'!$B$197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96-4F72-9C76-E388FBE0EF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96-4F72-9C76-E388FBE0EF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96-4F72-9C76-E388FBE0EF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96-4F72-9C76-E388FBE0EF1A}"/>
              </c:ext>
            </c:extLst>
          </c:dPt>
          <c:dLbls>
            <c:dLbl>
              <c:idx val="0"/>
              <c:layout>
                <c:manualLayout>
                  <c:x val="0.16388888888888889"/>
                  <c:y val="-0.111111111111111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96-4F72-9C76-E388FBE0EF1A}"/>
                </c:ext>
              </c:extLst>
            </c:dLbl>
            <c:dLbl>
              <c:idx val="1"/>
              <c:layout>
                <c:manualLayout>
                  <c:x val="8.3333333333333329E-2"/>
                  <c:y val="7.40740740740740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96-4F72-9C76-E388FBE0EF1A}"/>
                </c:ext>
              </c:extLst>
            </c:dLbl>
            <c:dLbl>
              <c:idx val="2"/>
              <c:layout>
                <c:manualLayout>
                  <c:x val="-0.10833333333333336"/>
                  <c:y val="6.9444444444444281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96-4F72-9C76-E388FBE0EF1A}"/>
                </c:ext>
              </c:extLst>
            </c:dLbl>
            <c:dLbl>
              <c:idx val="3"/>
              <c:layout>
                <c:manualLayout>
                  <c:x val="-0.11944444444444446"/>
                  <c:y val="-9.259241032370957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8791557305336832E-2"/>
                      <c:h val="0.1017825896762904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296-4F72-9C76-E388FBE0EF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'1'!$A$198:$A$202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Other</c:v>
                </c:pt>
              </c:strCache>
            </c:strRef>
          </c:cat>
          <c:val>
            <c:numRef>
              <c:f>'1'!$B$198:$B$202</c:f>
              <c:numCache>
                <c:formatCode>General</c:formatCode>
                <c:ptCount val="4"/>
                <c:pt idx="0">
                  <c:v>39.534230000000001</c:v>
                </c:pt>
                <c:pt idx="1">
                  <c:v>48.81861</c:v>
                </c:pt>
                <c:pt idx="2">
                  <c:v>29.986609999999999</c:v>
                </c:pt>
                <c:pt idx="3">
                  <c:v>38.936169999999997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96-4F72-9C76-E388FBE0EF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milestone.xlsx]1!9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LID4096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'1'!$B$214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'1'!$A$215:$A$225</c:f>
              <c:multiLvlStrCache>
                <c:ptCount val="5"/>
                <c:lvl>
                  <c:pt idx="0">
                    <c:v>Business Systems Analyst III</c:v>
                  </c:pt>
                  <c:pt idx="1">
                    <c:v>Senior NAtural Language Processing engineer</c:v>
                  </c:pt>
                  <c:pt idx="2">
                    <c:v>Head of Operations</c:v>
                  </c:pt>
                  <c:pt idx="3">
                    <c:v>Director, Software Development</c:v>
                  </c:pt>
                  <c:pt idx="4">
                    <c:v>Actuarial specialist</c:v>
                  </c:pt>
                </c:lvl>
                <c:lvl>
                  <c:pt idx="0">
                    <c:v>8 - 10 years</c:v>
                  </c:pt>
                  <c:pt idx="1">
                    <c:v>5-7 years</c:v>
                  </c:pt>
                  <c:pt idx="2">
                    <c:v>21 - 30 years</c:v>
                  </c:pt>
                  <c:pt idx="3">
                    <c:v>11 - 20 years</c:v>
                  </c:pt>
                  <c:pt idx="4">
                    <c:v>2 - 4 years</c:v>
                  </c:pt>
                </c:lvl>
              </c:multiLvlStrCache>
            </c:multiLvlStrRef>
          </c:cat>
          <c:val>
            <c:numRef>
              <c:f>'1'!$B$215:$B$225</c:f>
              <c:numCache>
                <c:formatCode>General</c:formatCode>
                <c:ptCount val="5"/>
                <c:pt idx="0">
                  <c:v>958000</c:v>
                </c:pt>
                <c:pt idx="1">
                  <c:v>955000</c:v>
                </c:pt>
                <c:pt idx="2">
                  <c:v>955000</c:v>
                </c:pt>
                <c:pt idx="3">
                  <c:v>950000</c:v>
                </c:pt>
                <c:pt idx="4">
                  <c:v>946000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EC-4D95-A341-34E913558BA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6717808"/>
        <c:axId val="206718288"/>
      </c:barChart>
      <c:catAx>
        <c:axId val="20671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206718288"/>
        <c:crosses val="autoZero"/>
        <c:auto val="1"/>
        <c:lblAlgn val="ctr"/>
        <c:lblOffset val="100"/>
        <c:noMultiLvlLbl val="0"/>
      </c:catAx>
      <c:valAx>
        <c:axId val="206718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20671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milestone.xlsx]1!10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LID4096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095154096600137E-2"/>
          <c:y val="4.4199255233671818E-2"/>
          <c:w val="0.92990484590339983"/>
          <c:h val="0.94271659084576676"/>
        </c:manualLayout>
      </c:layout>
      <c:lineChart>
        <c:grouping val="standard"/>
        <c:varyColors val="0"/>
        <c:ser>
          <c:idx val="0"/>
          <c:order val="0"/>
          <c:tx>
            <c:strRef>
              <c:f>'1'!$B$239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LID4096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'1'!$A$240:$A$292</c:f>
              <c:multiLvlStrCache>
                <c:ptCount val="24"/>
                <c:lvl>
                  <c:pt idx="0">
                    <c:v>Environment</c:v>
                  </c:pt>
                  <c:pt idx="1">
                    <c:v>Military</c:v>
                  </c:pt>
                  <c:pt idx="2">
                    <c:v>Interpretation</c:v>
                  </c:pt>
                  <c:pt idx="3">
                    <c:v>International Development</c:v>
                  </c:pt>
                  <c:pt idx="4">
                    <c:v>Biotech (R&amp;D)</c:v>
                  </c:pt>
                  <c:pt idx="5">
                    <c:v>Government Affairs/Lobbying</c:v>
                  </c:pt>
                  <c:pt idx="6">
                    <c:v>Oil</c:v>
                  </c:pt>
                  <c:pt idx="7">
                    <c:v>Education (Primary/Secondary)</c:v>
                  </c:pt>
                  <c:pt idx="8">
                    <c:v>Publishing</c:v>
                  </c:pt>
                  <c:pt idx="9">
                    <c:v>Commercial Building Material Distribution</c:v>
                  </c:pt>
                  <c:pt idx="10">
                    <c:v>Medical research</c:v>
                  </c:pt>
                  <c:pt idx="11">
                    <c:v>Insurance</c:v>
                  </c:pt>
                  <c:pt idx="12">
                    <c:v>Entertainment</c:v>
                  </c:pt>
                  <c:pt idx="13">
                    <c:v>Computing or Tech</c:v>
                  </c:pt>
                  <c:pt idx="14">
                    <c:v>Customer Service</c:v>
                  </c:pt>
                  <c:pt idx="15">
                    <c:v>Agriculture or Forestry</c:v>
                  </c:pt>
                  <c:pt idx="16">
                    <c:v>Agriculture or Forestry</c:v>
                  </c:pt>
                  <c:pt idx="17">
                    <c:v>Health care</c:v>
                  </c:pt>
                  <c:pt idx="18">
                    <c:v>Student</c:v>
                  </c:pt>
                  <c:pt idx="19">
                    <c:v>Computing or Tech</c:v>
                  </c:pt>
                  <c:pt idx="20">
                    <c:v>Biotech industry</c:v>
                  </c:pt>
                  <c:pt idx="21">
                    <c:v>Other</c:v>
                  </c:pt>
                  <c:pt idx="22">
                    <c:v>Computing or Tech</c:v>
                  </c:pt>
                  <c:pt idx="23">
                    <c:v>Entertainment</c:v>
                  </c:pt>
                </c:lvl>
                <c:lvl>
                  <c:pt idx="0">
                    <c:v>Bachelor's degree</c:v>
                  </c:pt>
                  <c:pt idx="1">
                    <c:v>High School</c:v>
                  </c:pt>
                  <c:pt idx="2">
                    <c:v>Master's degree</c:v>
                  </c:pt>
                  <c:pt idx="3">
                    <c:v>Other degree</c:v>
                  </c:pt>
                  <c:pt idx="4">
                    <c:v>PhD</c:v>
                  </c:pt>
                  <c:pt idx="5">
                    <c:v>Professional degree</c:v>
                  </c:pt>
                  <c:pt idx="6">
                    <c:v>Bachelor's degree</c:v>
                  </c:pt>
                  <c:pt idx="7">
                    <c:v>High School</c:v>
                  </c:pt>
                  <c:pt idx="8">
                    <c:v>Master's degree</c:v>
                  </c:pt>
                  <c:pt idx="9">
                    <c:v>Other degree</c:v>
                  </c:pt>
                  <c:pt idx="10">
                    <c:v>PhD</c:v>
                  </c:pt>
                  <c:pt idx="11">
                    <c:v>Professional degree</c:v>
                  </c:pt>
                  <c:pt idx="12">
                    <c:v>Bachelor's degree</c:v>
                  </c:pt>
                  <c:pt idx="13">
                    <c:v>High School</c:v>
                  </c:pt>
                  <c:pt idx="14">
                    <c:v>Master's degree</c:v>
                  </c:pt>
                  <c:pt idx="15">
                    <c:v>Other degree</c:v>
                  </c:pt>
                  <c:pt idx="16">
                    <c:v>PhD</c:v>
                  </c:pt>
                  <c:pt idx="17">
                    <c:v>Professional degree</c:v>
                  </c:pt>
                  <c:pt idx="18">
                    <c:v>Bachelor's degree</c:v>
                  </c:pt>
                  <c:pt idx="19">
                    <c:v>High School</c:v>
                  </c:pt>
                  <c:pt idx="20">
                    <c:v>Master's degree</c:v>
                  </c:pt>
                  <c:pt idx="21">
                    <c:v>Other degree</c:v>
                  </c:pt>
                  <c:pt idx="22">
                    <c:v>PhD</c:v>
                  </c:pt>
                  <c:pt idx="23">
                    <c:v>Professional degree</c:v>
                  </c:pt>
                </c:lvl>
                <c:lvl>
                  <c:pt idx="0">
                    <c:v>Female</c:v>
                  </c:pt>
                  <c:pt idx="6">
                    <c:v>Male</c:v>
                  </c:pt>
                  <c:pt idx="12">
                    <c:v>Non-binary</c:v>
                  </c:pt>
                  <c:pt idx="18">
                    <c:v>Other</c:v>
                  </c:pt>
                </c:lvl>
              </c:multiLvlStrCache>
            </c:multiLvlStrRef>
          </c:cat>
          <c:val>
            <c:numRef>
              <c:f>'1'!$B$240:$B$292</c:f>
              <c:numCache>
                <c:formatCode>General</c:formatCode>
                <c:ptCount val="24"/>
                <c:pt idx="0">
                  <c:v>730000</c:v>
                </c:pt>
                <c:pt idx="1">
                  <c:v>125000</c:v>
                </c:pt>
                <c:pt idx="2">
                  <c:v>905000</c:v>
                </c:pt>
                <c:pt idx="3">
                  <c:v>845000</c:v>
                </c:pt>
                <c:pt idx="4">
                  <c:v>556200</c:v>
                </c:pt>
                <c:pt idx="5">
                  <c:v>250000</c:v>
                </c:pt>
                <c:pt idx="6">
                  <c:v>689000</c:v>
                </c:pt>
                <c:pt idx="7">
                  <c:v>210000</c:v>
                </c:pt>
                <c:pt idx="8">
                  <c:v>360000</c:v>
                </c:pt>
                <c:pt idx="9">
                  <c:v>400000</c:v>
                </c:pt>
                <c:pt idx="10">
                  <c:v>483600</c:v>
                </c:pt>
                <c:pt idx="11">
                  <c:v>200000</c:v>
                </c:pt>
                <c:pt idx="12">
                  <c:v>140571</c:v>
                </c:pt>
                <c:pt idx="13">
                  <c:v>232688</c:v>
                </c:pt>
                <c:pt idx="14">
                  <c:v>230000</c:v>
                </c:pt>
                <c:pt idx="15">
                  <c:v>484152</c:v>
                </c:pt>
                <c:pt idx="16">
                  <c:v>500000</c:v>
                </c:pt>
                <c:pt idx="17">
                  <c:v>131350</c:v>
                </c:pt>
                <c:pt idx="18">
                  <c:v>360000</c:v>
                </c:pt>
                <c:pt idx="19">
                  <c:v>185000</c:v>
                </c:pt>
                <c:pt idx="20">
                  <c:v>215250</c:v>
                </c:pt>
                <c:pt idx="21">
                  <c:v>360000</c:v>
                </c:pt>
                <c:pt idx="22">
                  <c:v>245000</c:v>
                </c:pt>
                <c:pt idx="23">
                  <c:v>175000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1-46FF-9A53-A620AB1E8E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35092047"/>
        <c:axId val="435097327"/>
      </c:lineChart>
      <c:catAx>
        <c:axId val="4350920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5097327"/>
        <c:crosses val="autoZero"/>
        <c:auto val="1"/>
        <c:lblAlgn val="ctr"/>
        <c:lblOffset val="100"/>
        <c:noMultiLvlLbl val="0"/>
      </c:catAx>
      <c:valAx>
        <c:axId val="435097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435092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LID4096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0713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>
          <a:extLst>
            <a:ext uri="{FF2B5EF4-FFF2-40B4-BE49-F238E27FC236}">
              <a16:creationId xmlns:a16="http://schemas.microsoft.com/office/drawing/2014/main" id="{26DBFB89-1956-457D-79ED-FDA5421A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>
            <a:extLst>
              <a:ext uri="{FF2B5EF4-FFF2-40B4-BE49-F238E27FC236}">
                <a16:creationId xmlns:a16="http://schemas.microsoft.com/office/drawing/2014/main" id="{0D0C0801-8CFA-58E2-E385-7D62BD1D8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6:notes">
            <a:extLst>
              <a:ext uri="{FF2B5EF4-FFF2-40B4-BE49-F238E27FC236}">
                <a16:creationId xmlns:a16="http://schemas.microsoft.com/office/drawing/2014/main" id="{67F93A8A-A650-98E9-9E22-13A782471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140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>
          <a:extLst>
            <a:ext uri="{FF2B5EF4-FFF2-40B4-BE49-F238E27FC236}">
              <a16:creationId xmlns:a16="http://schemas.microsoft.com/office/drawing/2014/main" id="{DBC70C1B-9237-338E-EE92-20967926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>
            <a:extLst>
              <a:ext uri="{FF2B5EF4-FFF2-40B4-BE49-F238E27FC236}">
                <a16:creationId xmlns:a16="http://schemas.microsoft.com/office/drawing/2014/main" id="{7B2E8216-6859-92C4-0519-A5C251AC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6:notes">
            <a:extLst>
              <a:ext uri="{FF2B5EF4-FFF2-40B4-BE49-F238E27FC236}">
                <a16:creationId xmlns:a16="http://schemas.microsoft.com/office/drawing/2014/main" id="{070388C1-B9AE-8AE5-C82E-98F77A57D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693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>
          <a:extLst>
            <a:ext uri="{FF2B5EF4-FFF2-40B4-BE49-F238E27FC236}">
              <a16:creationId xmlns:a16="http://schemas.microsoft.com/office/drawing/2014/main" id="{B4484BE1-7AC8-BAD3-3949-E472274B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:notes">
            <a:extLst>
              <a:ext uri="{FF2B5EF4-FFF2-40B4-BE49-F238E27FC236}">
                <a16:creationId xmlns:a16="http://schemas.microsoft.com/office/drawing/2014/main" id="{12EF0DC5-45E0-10E4-1DC1-110A8546F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:notes">
            <a:extLst>
              <a:ext uri="{FF2B5EF4-FFF2-40B4-BE49-F238E27FC236}">
                <a16:creationId xmlns:a16="http://schemas.microsoft.com/office/drawing/2014/main" id="{31F69EDB-3A0A-FDA9-371C-C1FD3A08C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336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DAA4F5E5-16FE-DB85-EA0F-58013AF6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A1E6C78C-3CC9-E620-4264-32E600C30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B3B2D6DD-5F74-27FE-FCA0-41B537C2C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117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17F3E8F8-D2A5-7449-B77D-F97C39C2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C44923A4-D6FE-D0BA-A738-AFE0CC050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B2DEF7FE-E12A-8DB9-02F6-ADB234F1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031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99DBDBD8-D2E4-EDAF-1F71-5121FD6B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4DBD5D78-E6E5-BC08-2AA1-741D43B53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EF6C7EEE-563E-5587-6846-3757D973E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9675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E1656D7E-CCBE-9BA7-DDC8-FA6ACD0D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822DFD2C-870A-2987-7EC1-95DF034C1F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0A0F8809-0114-0CEC-8A7B-C1211C143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375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DA658156-CCC6-B4FE-92A6-A313F79A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8AF7C42A-C2E6-D653-5C23-A9E2FF9EE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3B53B7F2-0660-0BAA-9FC9-EE704FF26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221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DF08EBC8-2216-4E1E-C7AA-ADEE6AEC7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C2FFA747-8081-5423-C0B7-DF3F3418F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85E60D57-9A21-5F6B-BF9F-2D2415338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1770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A9A7E6EA-0285-E412-7B5E-86A44B0D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27440CE0-1691-D250-7D80-F3D1CF8C0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C3035FAC-67F5-9300-58CC-F743F1588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4509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578AC216-F9B4-292F-68AD-3F07F5D6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7375F3A9-3091-DE85-6C29-5CD0F70B6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5D442DD4-0B78-A1A9-B12A-EAF537CC0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905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1F85A11D-F0AA-70E7-5DC8-B9D2B9F8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E3FC83C9-1CCB-E90C-C372-164E4150D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D232E92B-24C3-5971-24A7-6F79730AF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19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08B7C31C-EDD7-6F44-84EC-8A06CB1D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BC55FC1C-4E32-0AE6-2D2D-FC198C216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4D365B0E-8FC7-F62E-6DFB-A1F8C244C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938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A93AD046-3A0E-EA90-6E77-534BC5D9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FB95385C-31CF-89C7-A217-8F31D7364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D6037E81-FC31-0659-952A-9DAE7EA62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426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>
          <a:extLst>
            <a:ext uri="{FF2B5EF4-FFF2-40B4-BE49-F238E27FC236}">
              <a16:creationId xmlns:a16="http://schemas.microsoft.com/office/drawing/2014/main" id="{056A78DB-E9FC-CBAC-D0EF-79B0EEA1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>
            <a:extLst>
              <a:ext uri="{FF2B5EF4-FFF2-40B4-BE49-F238E27FC236}">
                <a16:creationId xmlns:a16="http://schemas.microsoft.com/office/drawing/2014/main" id="{B3B3F52D-66C0-02DF-6416-1C5563E2C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>
            <a:extLst>
              <a:ext uri="{FF2B5EF4-FFF2-40B4-BE49-F238E27FC236}">
                <a16:creationId xmlns:a16="http://schemas.microsoft.com/office/drawing/2014/main" id="{700296F3-2DDB-12B1-2DA8-D7BB3F38B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563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>
            <a:spLocks noGrp="1"/>
          </p:cNvSpPr>
          <p:nvPr>
            <p:ph type="pic" idx="2"/>
          </p:nvPr>
        </p:nvSpPr>
        <p:spPr>
          <a:xfrm>
            <a:off x="0" y="23225"/>
            <a:ext cx="183345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0" name="Google Shape;100;p7"/>
          <p:cNvGrpSpPr/>
          <p:nvPr/>
        </p:nvGrpSpPr>
        <p:grpSpPr>
          <a:xfrm>
            <a:off x="-969642" y="2314962"/>
            <a:ext cx="20227605" cy="5512450"/>
            <a:chOff x="0" y="-38100"/>
            <a:chExt cx="5327400" cy="1451829"/>
          </a:xfrm>
        </p:grpSpPr>
        <p:sp>
          <p:nvSpPr>
            <p:cNvPr id="101" name="Google Shape;101;p7"/>
            <p:cNvSpPr/>
            <p:nvPr/>
          </p:nvSpPr>
          <p:spPr>
            <a:xfrm>
              <a:off x="0" y="0"/>
              <a:ext cx="5327350" cy="1413729"/>
            </a:xfrm>
            <a:custGeom>
              <a:avLst/>
              <a:gdLst/>
              <a:ahLst/>
              <a:cxnLst/>
              <a:rect l="l" t="t" r="r" b="b"/>
              <a:pathLst>
                <a:path w="5327350" h="1413729" extrusionOk="0">
                  <a:moveTo>
                    <a:pt x="0" y="0"/>
                  </a:moveTo>
                  <a:lnTo>
                    <a:pt x="5327350" y="0"/>
                  </a:lnTo>
                  <a:lnTo>
                    <a:pt x="5327350" y="1413729"/>
                  </a:lnTo>
                  <a:lnTo>
                    <a:pt x="0" y="1413729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42875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2" name="Google Shape;102;p7"/>
            <p:cNvSpPr txBox="1"/>
            <p:nvPr/>
          </p:nvSpPr>
          <p:spPr>
            <a:xfrm>
              <a:off x="0" y="-38100"/>
              <a:ext cx="5327400" cy="145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598600" y="3687575"/>
            <a:ext cx="170907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4138215" y="5586675"/>
            <a:ext cx="100119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ctr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81000" algn="ctr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 algn="ctr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 algn="ct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>
            <a:spLocks noGrp="1"/>
          </p:cNvSpPr>
          <p:nvPr>
            <p:ph type="pic" idx="2"/>
          </p:nvPr>
        </p:nvSpPr>
        <p:spPr>
          <a:xfrm>
            <a:off x="10830900" y="23225"/>
            <a:ext cx="75036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8"/>
          <p:cNvSpPr txBox="1">
            <a:spLocks noGrp="1"/>
          </p:cNvSpPr>
          <p:nvPr>
            <p:ph type="title"/>
          </p:nvPr>
        </p:nvSpPr>
        <p:spPr>
          <a:xfrm>
            <a:off x="1028700" y="2479525"/>
            <a:ext cx="7457100" cy="23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8" name="Google Shape;108;p8"/>
          <p:cNvGrpSpPr/>
          <p:nvPr/>
        </p:nvGrpSpPr>
        <p:grpSpPr>
          <a:xfrm>
            <a:off x="9403594" y="2339065"/>
            <a:ext cx="4554139" cy="5464244"/>
            <a:chOff x="0" y="-38100"/>
            <a:chExt cx="1199436" cy="1439133"/>
          </a:xfrm>
        </p:grpSpPr>
        <p:sp>
          <p:nvSpPr>
            <p:cNvPr id="109" name="Google Shape;109;p8"/>
            <p:cNvSpPr/>
            <p:nvPr/>
          </p:nvSpPr>
          <p:spPr>
            <a:xfrm>
              <a:off x="0" y="0"/>
              <a:ext cx="1199436" cy="1401033"/>
            </a:xfrm>
            <a:custGeom>
              <a:avLst/>
              <a:gdLst/>
              <a:ahLst/>
              <a:cxnLst/>
              <a:rect l="l" t="t" r="r" b="b"/>
              <a:pathLst>
                <a:path w="1199436" h="1401033" extrusionOk="0">
                  <a:moveTo>
                    <a:pt x="0" y="0"/>
                  </a:moveTo>
                  <a:lnTo>
                    <a:pt x="1199436" y="0"/>
                  </a:lnTo>
                  <a:lnTo>
                    <a:pt x="1199436" y="1401033"/>
                  </a:lnTo>
                  <a:lnTo>
                    <a:pt x="0" y="1401033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10" name="Google Shape;110;p8"/>
            <p:cNvSpPr txBox="1"/>
            <p:nvPr/>
          </p:nvSpPr>
          <p:spPr>
            <a:xfrm>
              <a:off x="0" y="-38100"/>
              <a:ext cx="1199400" cy="143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028696" y="5609925"/>
            <a:ext cx="64287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3"/>
          </p:nvPr>
        </p:nvSpPr>
        <p:spPr>
          <a:xfrm>
            <a:off x="1028696" y="6993600"/>
            <a:ext cx="64287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ubTitle" idx="4"/>
          </p:nvPr>
        </p:nvSpPr>
        <p:spPr>
          <a:xfrm>
            <a:off x="9784813" y="3564663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body" idx="5"/>
          </p:nvPr>
        </p:nvSpPr>
        <p:spPr>
          <a:xfrm>
            <a:off x="9711013" y="4419188"/>
            <a:ext cx="3939300" cy="23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843568"/>
            <a:ext cx="19153024" cy="586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 txBox="1">
            <a:spLocks noGrp="1"/>
          </p:cNvSpPr>
          <p:nvPr>
            <p:ph type="title"/>
          </p:nvPr>
        </p:nvSpPr>
        <p:spPr>
          <a:xfrm>
            <a:off x="1031175" y="3897725"/>
            <a:ext cx="6286500" cy="38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>
            <a:off x="8031810" y="7765094"/>
            <a:ext cx="4417313" cy="2111836"/>
            <a:chOff x="0" y="-38100"/>
            <a:chExt cx="1163400" cy="5562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1163352" cy="518095"/>
            </a:xfrm>
            <a:custGeom>
              <a:avLst/>
              <a:gdLst/>
              <a:ahLst/>
              <a:cxnLst/>
              <a:rect l="l" t="t" r="r" b="b"/>
              <a:pathLst>
                <a:path w="1163352" h="518095" extrusionOk="0">
                  <a:moveTo>
                    <a:pt x="0" y="0"/>
                  </a:moveTo>
                  <a:lnTo>
                    <a:pt x="1163352" y="0"/>
                  </a:lnTo>
                  <a:lnTo>
                    <a:pt x="1163352" y="518095"/>
                  </a:lnTo>
                  <a:lnTo>
                    <a:pt x="0" y="518095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20" name="Google Shape;120;p9"/>
            <p:cNvSpPr txBox="1"/>
            <p:nvPr/>
          </p:nvSpPr>
          <p:spPr>
            <a:xfrm>
              <a:off x="0" y="-38100"/>
              <a:ext cx="11634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9"/>
          <p:cNvGrpSpPr/>
          <p:nvPr/>
        </p:nvGrpSpPr>
        <p:grpSpPr>
          <a:xfrm>
            <a:off x="13163144" y="6736394"/>
            <a:ext cx="4417313" cy="2111836"/>
            <a:chOff x="0" y="-38100"/>
            <a:chExt cx="1163400" cy="556200"/>
          </a:xfrm>
        </p:grpSpPr>
        <p:sp>
          <p:nvSpPr>
            <p:cNvPr id="122" name="Google Shape;122;p9"/>
            <p:cNvSpPr/>
            <p:nvPr/>
          </p:nvSpPr>
          <p:spPr>
            <a:xfrm>
              <a:off x="0" y="0"/>
              <a:ext cx="1163352" cy="518095"/>
            </a:xfrm>
            <a:custGeom>
              <a:avLst/>
              <a:gdLst/>
              <a:ahLst/>
              <a:cxnLst/>
              <a:rect l="l" t="t" r="r" b="b"/>
              <a:pathLst>
                <a:path w="1163352" h="518095" extrusionOk="0">
                  <a:moveTo>
                    <a:pt x="0" y="0"/>
                  </a:moveTo>
                  <a:lnTo>
                    <a:pt x="1163352" y="0"/>
                  </a:lnTo>
                  <a:lnTo>
                    <a:pt x="1163352" y="518095"/>
                  </a:lnTo>
                  <a:lnTo>
                    <a:pt x="0" y="518095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23" name="Google Shape;123;p9"/>
            <p:cNvSpPr txBox="1"/>
            <p:nvPr/>
          </p:nvSpPr>
          <p:spPr>
            <a:xfrm>
              <a:off x="0" y="-38100"/>
              <a:ext cx="1163400" cy="55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9"/>
          <p:cNvSpPr txBox="1">
            <a:spLocks noGrp="1"/>
          </p:cNvSpPr>
          <p:nvPr>
            <p:ph type="body" idx="1"/>
          </p:nvPr>
        </p:nvSpPr>
        <p:spPr>
          <a:xfrm>
            <a:off x="960075" y="8249525"/>
            <a:ext cx="62865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2"/>
          </p:nvPr>
        </p:nvSpPr>
        <p:spPr>
          <a:xfrm>
            <a:off x="8385188" y="8213063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body" idx="3"/>
          </p:nvPr>
        </p:nvSpPr>
        <p:spPr>
          <a:xfrm>
            <a:off x="8311413" y="8742567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4"/>
          </p:nvPr>
        </p:nvSpPr>
        <p:spPr>
          <a:xfrm>
            <a:off x="13475913" y="710815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body" idx="5"/>
          </p:nvPr>
        </p:nvSpPr>
        <p:spPr>
          <a:xfrm>
            <a:off x="13402138" y="7637655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>
            <a:spLocks noGrp="1"/>
          </p:cNvSpPr>
          <p:nvPr>
            <p:ph type="pic" idx="6"/>
          </p:nvPr>
        </p:nvSpPr>
        <p:spPr>
          <a:xfrm>
            <a:off x="8031813" y="1022225"/>
            <a:ext cx="4417200" cy="6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9"/>
          <p:cNvSpPr>
            <a:spLocks noGrp="1"/>
          </p:cNvSpPr>
          <p:nvPr>
            <p:ph type="pic" idx="7"/>
          </p:nvPr>
        </p:nvSpPr>
        <p:spPr>
          <a:xfrm>
            <a:off x="13163163" y="0"/>
            <a:ext cx="4417200" cy="688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_7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>
            <a:spLocks noGrp="1"/>
          </p:cNvSpPr>
          <p:nvPr>
            <p:ph type="pic" idx="2"/>
          </p:nvPr>
        </p:nvSpPr>
        <p:spPr>
          <a:xfrm>
            <a:off x="0" y="0"/>
            <a:ext cx="84330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" name="Google Shape;133;p10"/>
          <p:cNvGrpSpPr/>
          <p:nvPr/>
        </p:nvGrpSpPr>
        <p:grpSpPr>
          <a:xfrm>
            <a:off x="563536" y="3220795"/>
            <a:ext cx="4103380" cy="4219339"/>
            <a:chOff x="0" y="-38100"/>
            <a:chExt cx="934200" cy="960600"/>
          </a:xfrm>
        </p:grpSpPr>
        <p:sp>
          <p:nvSpPr>
            <p:cNvPr id="134" name="Google Shape;134;p10"/>
            <p:cNvSpPr/>
            <p:nvPr/>
          </p:nvSpPr>
          <p:spPr>
            <a:xfrm>
              <a:off x="0" y="0"/>
              <a:ext cx="934078" cy="922402"/>
            </a:xfrm>
            <a:custGeom>
              <a:avLst/>
              <a:gdLst/>
              <a:ahLst/>
              <a:cxnLst/>
              <a:rect l="l" t="t" r="r" b="b"/>
              <a:pathLst>
                <a:path w="934078" h="922402" extrusionOk="0">
                  <a:moveTo>
                    <a:pt x="0" y="0"/>
                  </a:moveTo>
                  <a:lnTo>
                    <a:pt x="934078" y="0"/>
                  </a:lnTo>
                  <a:lnTo>
                    <a:pt x="934078" y="922402"/>
                  </a:lnTo>
                  <a:lnTo>
                    <a:pt x="0" y="922402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35" name="Google Shape;135;p10"/>
            <p:cNvSpPr txBox="1"/>
            <p:nvPr/>
          </p:nvSpPr>
          <p:spPr>
            <a:xfrm>
              <a:off x="0" y="-38100"/>
              <a:ext cx="9342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10"/>
          <p:cNvSpPr/>
          <p:nvPr/>
        </p:nvSpPr>
        <p:spPr>
          <a:xfrm>
            <a:off x="1816735" y="3663445"/>
            <a:ext cx="1596475" cy="1596475"/>
          </a:xfrm>
          <a:custGeom>
            <a:avLst/>
            <a:gdLst/>
            <a:ahLst/>
            <a:cxnLst/>
            <a:rect l="l" t="t" r="r" b="b"/>
            <a:pathLst>
              <a:path w="1596475" h="1596475" extrusionOk="0">
                <a:moveTo>
                  <a:pt x="0" y="0"/>
                </a:moveTo>
                <a:lnTo>
                  <a:pt x="1596475" y="0"/>
                </a:lnTo>
                <a:lnTo>
                  <a:pt x="1596475" y="1596475"/>
                </a:lnTo>
                <a:lnTo>
                  <a:pt x="0" y="1596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7" name="Google Shape;137;p10"/>
          <p:cNvGrpSpPr/>
          <p:nvPr/>
        </p:nvGrpSpPr>
        <p:grpSpPr>
          <a:xfrm>
            <a:off x="5221110" y="683648"/>
            <a:ext cx="4103380" cy="4219339"/>
            <a:chOff x="0" y="-38100"/>
            <a:chExt cx="934200" cy="960600"/>
          </a:xfrm>
        </p:grpSpPr>
        <p:sp>
          <p:nvSpPr>
            <p:cNvPr id="138" name="Google Shape;138;p10"/>
            <p:cNvSpPr/>
            <p:nvPr/>
          </p:nvSpPr>
          <p:spPr>
            <a:xfrm>
              <a:off x="0" y="0"/>
              <a:ext cx="934078" cy="922402"/>
            </a:xfrm>
            <a:custGeom>
              <a:avLst/>
              <a:gdLst/>
              <a:ahLst/>
              <a:cxnLst/>
              <a:rect l="l" t="t" r="r" b="b"/>
              <a:pathLst>
                <a:path w="934078" h="922402" extrusionOk="0">
                  <a:moveTo>
                    <a:pt x="0" y="0"/>
                  </a:moveTo>
                  <a:lnTo>
                    <a:pt x="934078" y="0"/>
                  </a:lnTo>
                  <a:lnTo>
                    <a:pt x="934078" y="922402"/>
                  </a:lnTo>
                  <a:lnTo>
                    <a:pt x="0" y="922402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39" name="Google Shape;139;p10"/>
            <p:cNvSpPr txBox="1"/>
            <p:nvPr/>
          </p:nvSpPr>
          <p:spPr>
            <a:xfrm>
              <a:off x="0" y="-38100"/>
              <a:ext cx="9342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0"/>
          <p:cNvGrpSpPr/>
          <p:nvPr/>
        </p:nvGrpSpPr>
        <p:grpSpPr>
          <a:xfrm>
            <a:off x="5221110" y="5217062"/>
            <a:ext cx="4103380" cy="4219339"/>
            <a:chOff x="0" y="-38100"/>
            <a:chExt cx="934200" cy="960600"/>
          </a:xfrm>
        </p:grpSpPr>
        <p:sp>
          <p:nvSpPr>
            <p:cNvPr id="141" name="Google Shape;141;p10"/>
            <p:cNvSpPr/>
            <p:nvPr/>
          </p:nvSpPr>
          <p:spPr>
            <a:xfrm>
              <a:off x="0" y="0"/>
              <a:ext cx="934078" cy="922402"/>
            </a:xfrm>
            <a:custGeom>
              <a:avLst/>
              <a:gdLst/>
              <a:ahLst/>
              <a:cxnLst/>
              <a:rect l="l" t="t" r="r" b="b"/>
              <a:pathLst>
                <a:path w="934078" h="922402" extrusionOk="0">
                  <a:moveTo>
                    <a:pt x="0" y="0"/>
                  </a:moveTo>
                  <a:lnTo>
                    <a:pt x="934078" y="0"/>
                  </a:lnTo>
                  <a:lnTo>
                    <a:pt x="934078" y="922402"/>
                  </a:lnTo>
                  <a:lnTo>
                    <a:pt x="0" y="922402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42" name="Google Shape;142;p10"/>
            <p:cNvSpPr txBox="1"/>
            <p:nvPr/>
          </p:nvSpPr>
          <p:spPr>
            <a:xfrm>
              <a:off x="0" y="-38100"/>
              <a:ext cx="9342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0"/>
          <p:cNvSpPr/>
          <p:nvPr/>
        </p:nvSpPr>
        <p:spPr>
          <a:xfrm>
            <a:off x="6594430" y="1230796"/>
            <a:ext cx="1356233" cy="1352842"/>
          </a:xfrm>
          <a:custGeom>
            <a:avLst/>
            <a:gdLst/>
            <a:ahLst/>
            <a:cxnLst/>
            <a:rect l="l" t="t" r="r" b="b"/>
            <a:pathLst>
              <a:path w="1356233" h="1352842" extrusionOk="0">
                <a:moveTo>
                  <a:pt x="0" y="0"/>
                </a:moveTo>
                <a:lnTo>
                  <a:pt x="1356232" y="0"/>
                </a:lnTo>
                <a:lnTo>
                  <a:pt x="1356232" y="1352842"/>
                </a:lnTo>
                <a:lnTo>
                  <a:pt x="0" y="1352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10"/>
          <p:cNvSpPr/>
          <p:nvPr/>
        </p:nvSpPr>
        <p:spPr>
          <a:xfrm>
            <a:off x="6335102" y="5955980"/>
            <a:ext cx="1777879" cy="1164511"/>
          </a:xfrm>
          <a:custGeom>
            <a:avLst/>
            <a:gdLst/>
            <a:ahLst/>
            <a:cxnLst/>
            <a:rect l="l" t="t" r="r" b="b"/>
            <a:pathLst>
              <a:path w="1777879" h="1164511" extrusionOk="0">
                <a:moveTo>
                  <a:pt x="0" y="0"/>
                </a:moveTo>
                <a:lnTo>
                  <a:pt x="1777879" y="0"/>
                </a:lnTo>
                <a:lnTo>
                  <a:pt x="1777879" y="1164511"/>
                </a:lnTo>
                <a:lnTo>
                  <a:pt x="0" y="1164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10371500" y="2206275"/>
            <a:ext cx="6525000" cy="26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10419646" y="5354375"/>
            <a:ext cx="64287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3"/>
          </p:nvPr>
        </p:nvSpPr>
        <p:spPr>
          <a:xfrm>
            <a:off x="10419646" y="6645125"/>
            <a:ext cx="64287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subTitle" idx="4"/>
          </p:nvPr>
        </p:nvSpPr>
        <p:spPr>
          <a:xfrm>
            <a:off x="719338" y="5752188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0"/>
          <p:cNvSpPr txBox="1">
            <a:spLocks noGrp="1"/>
          </p:cNvSpPr>
          <p:nvPr>
            <p:ph type="body" idx="5"/>
          </p:nvPr>
        </p:nvSpPr>
        <p:spPr>
          <a:xfrm>
            <a:off x="645563" y="6281692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subTitle" idx="6"/>
          </p:nvPr>
        </p:nvSpPr>
        <p:spPr>
          <a:xfrm>
            <a:off x="5376913" y="3023863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7"/>
          </p:nvPr>
        </p:nvSpPr>
        <p:spPr>
          <a:xfrm>
            <a:off x="5303138" y="3553367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subTitle" idx="8"/>
          </p:nvPr>
        </p:nvSpPr>
        <p:spPr>
          <a:xfrm>
            <a:off x="5450688" y="7567063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0"/>
          <p:cNvSpPr txBox="1">
            <a:spLocks noGrp="1"/>
          </p:cNvSpPr>
          <p:nvPr>
            <p:ph type="body" idx="9"/>
          </p:nvPr>
        </p:nvSpPr>
        <p:spPr>
          <a:xfrm>
            <a:off x="5376913" y="8096567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_8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1"/>
          <p:cNvPicPr preferRelativeResize="0"/>
          <p:nvPr/>
        </p:nvPicPr>
        <p:blipFill rotWithShape="1">
          <a:blip r:embed="rId2">
            <a:alphaModFix/>
          </a:blip>
          <a:srcRect t="27290" b="28656"/>
          <a:stretch/>
        </p:blipFill>
        <p:spPr>
          <a:xfrm>
            <a:off x="-1241899" y="-655800"/>
            <a:ext cx="21392876" cy="677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>
            <a:spLocks noGrp="1"/>
          </p:cNvSpPr>
          <p:nvPr>
            <p:ph type="title"/>
          </p:nvPr>
        </p:nvSpPr>
        <p:spPr>
          <a:xfrm>
            <a:off x="909200" y="6798950"/>
            <a:ext cx="7802700" cy="21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body" idx="1"/>
          </p:nvPr>
        </p:nvSpPr>
        <p:spPr>
          <a:xfrm>
            <a:off x="9463900" y="6798950"/>
            <a:ext cx="3681600" cy="21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2"/>
          </p:nvPr>
        </p:nvSpPr>
        <p:spPr>
          <a:xfrm>
            <a:off x="13897500" y="6904875"/>
            <a:ext cx="3681600" cy="21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_9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738050" y="3043375"/>
            <a:ext cx="3978000" cy="39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2"/>
          <p:cNvSpPr/>
          <p:nvPr/>
        </p:nvSpPr>
        <p:spPr>
          <a:xfrm rot="-2700000">
            <a:off x="1959220" y="-489752"/>
            <a:ext cx="11266501" cy="11266501"/>
          </a:xfrm>
          <a:custGeom>
            <a:avLst/>
            <a:gdLst/>
            <a:ahLst/>
            <a:cxnLst/>
            <a:rect l="l" t="t" r="r" b="b"/>
            <a:pathLst>
              <a:path w="11260239" h="11260239" extrusionOk="0">
                <a:moveTo>
                  <a:pt x="0" y="0"/>
                </a:moveTo>
                <a:lnTo>
                  <a:pt x="11260239" y="0"/>
                </a:lnTo>
                <a:lnTo>
                  <a:pt x="11260239" y="11260238"/>
                </a:lnTo>
                <a:lnTo>
                  <a:pt x="0" y="11260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62" name="Google Shape;162;p12"/>
          <p:cNvCxnSpPr/>
          <p:nvPr/>
        </p:nvCxnSpPr>
        <p:spPr>
          <a:xfrm rot="10800000">
            <a:off x="7134286" y="1058620"/>
            <a:ext cx="2712600" cy="0"/>
          </a:xfrm>
          <a:prstGeom prst="straightConnector1">
            <a:avLst/>
          </a:prstGeom>
          <a:noFill/>
          <a:ln w="95250" cap="flat" cmpd="sng">
            <a:solidFill>
              <a:srgbClr val="7428EA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63" name="Google Shape;163;p12"/>
          <p:cNvCxnSpPr/>
          <p:nvPr/>
        </p:nvCxnSpPr>
        <p:spPr>
          <a:xfrm rot="10800000">
            <a:off x="6374186" y="3614881"/>
            <a:ext cx="3668700" cy="0"/>
          </a:xfrm>
          <a:prstGeom prst="straightConnector1">
            <a:avLst/>
          </a:prstGeom>
          <a:noFill/>
          <a:ln w="95250" cap="flat" cmpd="sng">
            <a:solidFill>
              <a:srgbClr val="7428EA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64" name="Google Shape;164;p12"/>
          <p:cNvCxnSpPr/>
          <p:nvPr/>
        </p:nvCxnSpPr>
        <p:spPr>
          <a:xfrm rot="10800000">
            <a:off x="7619067" y="6099833"/>
            <a:ext cx="3594600" cy="0"/>
          </a:xfrm>
          <a:prstGeom prst="straightConnector1">
            <a:avLst/>
          </a:prstGeom>
          <a:noFill/>
          <a:ln w="95250" cap="flat" cmpd="sng">
            <a:solidFill>
              <a:srgbClr val="7428EA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65" name="Google Shape;165;p12"/>
          <p:cNvCxnSpPr/>
          <p:nvPr/>
        </p:nvCxnSpPr>
        <p:spPr>
          <a:xfrm rot="10800000">
            <a:off x="7030862" y="8987972"/>
            <a:ext cx="5116500" cy="0"/>
          </a:xfrm>
          <a:prstGeom prst="straightConnector1">
            <a:avLst/>
          </a:prstGeom>
          <a:noFill/>
          <a:ln w="95250" cap="flat" cmpd="sng">
            <a:solidFill>
              <a:srgbClr val="7428EA"/>
            </a:solidFill>
            <a:prstDash val="solid"/>
            <a:round/>
            <a:headEnd type="oval" w="lg" len="lg"/>
            <a:tailEnd type="oval" w="lg" len="lg"/>
          </a:ln>
        </p:spPr>
      </p:cxnSp>
      <p:grpSp>
        <p:nvGrpSpPr>
          <p:cNvPr id="166" name="Google Shape;166;p12"/>
          <p:cNvGrpSpPr/>
          <p:nvPr/>
        </p:nvGrpSpPr>
        <p:grpSpPr>
          <a:xfrm>
            <a:off x="17732171" y="-185495"/>
            <a:ext cx="556078" cy="10472417"/>
            <a:chOff x="0" y="-38100"/>
            <a:chExt cx="126600" cy="2384213"/>
          </a:xfrm>
        </p:grpSpPr>
        <p:sp>
          <p:nvSpPr>
            <p:cNvPr id="167" name="Google Shape;167;p12"/>
            <p:cNvSpPr/>
            <p:nvPr/>
          </p:nvSpPr>
          <p:spPr>
            <a:xfrm>
              <a:off x="0" y="0"/>
              <a:ext cx="126542" cy="2346113"/>
            </a:xfrm>
            <a:custGeom>
              <a:avLst/>
              <a:gdLst/>
              <a:ahLst/>
              <a:cxnLst/>
              <a:rect l="l" t="t" r="r" b="b"/>
              <a:pathLst>
                <a:path w="126542" h="2346113" extrusionOk="0">
                  <a:moveTo>
                    <a:pt x="0" y="0"/>
                  </a:moveTo>
                  <a:lnTo>
                    <a:pt x="126542" y="0"/>
                  </a:lnTo>
                  <a:lnTo>
                    <a:pt x="126542" y="2346113"/>
                  </a:lnTo>
                  <a:lnTo>
                    <a:pt x="0" y="2346113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68" name="Google Shape;168;p12"/>
            <p:cNvSpPr txBox="1"/>
            <p:nvPr/>
          </p:nvSpPr>
          <p:spPr>
            <a:xfrm>
              <a:off x="0" y="-38100"/>
              <a:ext cx="126600" cy="23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subTitle" idx="1"/>
          </p:nvPr>
        </p:nvSpPr>
        <p:spPr>
          <a:xfrm>
            <a:off x="10159963" y="41115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body" idx="2"/>
          </p:nvPr>
        </p:nvSpPr>
        <p:spPr>
          <a:xfrm>
            <a:off x="10159980" y="1245450"/>
            <a:ext cx="53991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subTitle" idx="3"/>
          </p:nvPr>
        </p:nvSpPr>
        <p:spPr>
          <a:xfrm>
            <a:off x="10265888" y="29331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body" idx="4"/>
          </p:nvPr>
        </p:nvSpPr>
        <p:spPr>
          <a:xfrm>
            <a:off x="10265905" y="3767475"/>
            <a:ext cx="53991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2"/>
          <p:cNvSpPr txBox="1">
            <a:spLocks noGrp="1"/>
          </p:cNvSpPr>
          <p:nvPr>
            <p:ph type="subTitle" idx="5"/>
          </p:nvPr>
        </p:nvSpPr>
        <p:spPr>
          <a:xfrm>
            <a:off x="11440488" y="55289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body" idx="6"/>
          </p:nvPr>
        </p:nvSpPr>
        <p:spPr>
          <a:xfrm>
            <a:off x="11440505" y="6363275"/>
            <a:ext cx="53991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7"/>
          </p:nvPr>
        </p:nvSpPr>
        <p:spPr>
          <a:xfrm>
            <a:off x="12333063" y="82601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8"/>
          </p:nvPr>
        </p:nvSpPr>
        <p:spPr>
          <a:xfrm>
            <a:off x="12333080" y="9094400"/>
            <a:ext cx="53991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_10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>
            <a:spLocks noGrp="1"/>
          </p:cNvSpPr>
          <p:nvPr>
            <p:ph type="pic" idx="2"/>
          </p:nvPr>
        </p:nvSpPr>
        <p:spPr>
          <a:xfrm>
            <a:off x="0" y="23225"/>
            <a:ext cx="183345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9" name="Google Shape;179;p13"/>
          <p:cNvGrpSpPr/>
          <p:nvPr/>
        </p:nvGrpSpPr>
        <p:grpSpPr>
          <a:xfrm>
            <a:off x="897257" y="1757766"/>
            <a:ext cx="10810667" cy="3385870"/>
            <a:chOff x="0" y="-38100"/>
            <a:chExt cx="6337222" cy="1984800"/>
          </a:xfrm>
        </p:grpSpPr>
        <p:sp>
          <p:nvSpPr>
            <p:cNvPr id="180" name="Google Shape;180;p13"/>
            <p:cNvSpPr/>
            <p:nvPr/>
          </p:nvSpPr>
          <p:spPr>
            <a:xfrm>
              <a:off x="0" y="0"/>
              <a:ext cx="6337222" cy="1946594"/>
            </a:xfrm>
            <a:custGeom>
              <a:avLst/>
              <a:gdLst/>
              <a:ahLst/>
              <a:cxnLst/>
              <a:rect l="l" t="t" r="r" b="b"/>
              <a:pathLst>
                <a:path w="6337222" h="1946594" extrusionOk="0">
                  <a:moveTo>
                    <a:pt x="0" y="0"/>
                  </a:moveTo>
                  <a:lnTo>
                    <a:pt x="6337222" y="0"/>
                  </a:lnTo>
                  <a:lnTo>
                    <a:pt x="6337222" y="1946594"/>
                  </a:lnTo>
                  <a:lnTo>
                    <a:pt x="0" y="1946594"/>
                  </a:lnTo>
                  <a:close/>
                </a:path>
              </a:pathLst>
            </a:custGeom>
            <a:gradFill>
              <a:gsLst>
                <a:gs pos="0">
                  <a:srgbClr val="7428EA">
                    <a:alpha val="89803"/>
                  </a:srgbClr>
                </a:gs>
                <a:gs pos="100000">
                  <a:srgbClr val="FF31EA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181" name="Google Shape;181;p13"/>
            <p:cNvSpPr txBox="1"/>
            <p:nvPr/>
          </p:nvSpPr>
          <p:spPr>
            <a:xfrm>
              <a:off x="0" y="-38100"/>
              <a:ext cx="6337200" cy="19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3"/>
          <p:cNvGrpSpPr/>
          <p:nvPr/>
        </p:nvGrpSpPr>
        <p:grpSpPr>
          <a:xfrm>
            <a:off x="12260516" y="1775405"/>
            <a:ext cx="5130160" cy="3385870"/>
            <a:chOff x="0" y="-38100"/>
            <a:chExt cx="3007304" cy="1984800"/>
          </a:xfrm>
        </p:grpSpPr>
        <p:sp>
          <p:nvSpPr>
            <p:cNvPr id="183" name="Google Shape;183;p13"/>
            <p:cNvSpPr/>
            <p:nvPr/>
          </p:nvSpPr>
          <p:spPr>
            <a:xfrm>
              <a:off x="0" y="0"/>
              <a:ext cx="3007304" cy="1946594"/>
            </a:xfrm>
            <a:custGeom>
              <a:avLst/>
              <a:gdLst/>
              <a:ahLst/>
              <a:cxnLst/>
              <a:rect l="l" t="t" r="r" b="b"/>
              <a:pathLst>
                <a:path w="3007304" h="1946594" extrusionOk="0">
                  <a:moveTo>
                    <a:pt x="0" y="0"/>
                  </a:moveTo>
                  <a:lnTo>
                    <a:pt x="3007304" y="0"/>
                  </a:lnTo>
                  <a:lnTo>
                    <a:pt x="3007304" y="1946594"/>
                  </a:lnTo>
                  <a:lnTo>
                    <a:pt x="0" y="1946594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76200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4" name="Google Shape;184;p13"/>
            <p:cNvSpPr txBox="1"/>
            <p:nvPr/>
          </p:nvSpPr>
          <p:spPr>
            <a:xfrm>
              <a:off x="0" y="-38100"/>
              <a:ext cx="3007200" cy="19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3"/>
          <p:cNvGrpSpPr/>
          <p:nvPr/>
        </p:nvGrpSpPr>
        <p:grpSpPr>
          <a:xfrm>
            <a:off x="897257" y="5872566"/>
            <a:ext cx="5130160" cy="3385870"/>
            <a:chOff x="0" y="-38100"/>
            <a:chExt cx="3007304" cy="1984800"/>
          </a:xfrm>
        </p:grpSpPr>
        <p:sp>
          <p:nvSpPr>
            <p:cNvPr id="186" name="Google Shape;186;p13"/>
            <p:cNvSpPr/>
            <p:nvPr/>
          </p:nvSpPr>
          <p:spPr>
            <a:xfrm>
              <a:off x="0" y="0"/>
              <a:ext cx="3007304" cy="1946594"/>
            </a:xfrm>
            <a:custGeom>
              <a:avLst/>
              <a:gdLst/>
              <a:ahLst/>
              <a:cxnLst/>
              <a:rect l="l" t="t" r="r" b="b"/>
              <a:pathLst>
                <a:path w="3007304" h="1946594" extrusionOk="0">
                  <a:moveTo>
                    <a:pt x="0" y="0"/>
                  </a:moveTo>
                  <a:lnTo>
                    <a:pt x="3007304" y="0"/>
                  </a:lnTo>
                  <a:lnTo>
                    <a:pt x="3007304" y="1946594"/>
                  </a:lnTo>
                  <a:lnTo>
                    <a:pt x="0" y="1946594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76200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7" name="Google Shape;187;p13"/>
            <p:cNvSpPr txBox="1"/>
            <p:nvPr/>
          </p:nvSpPr>
          <p:spPr>
            <a:xfrm>
              <a:off x="0" y="-38100"/>
              <a:ext cx="3007200" cy="19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3"/>
          <p:cNvGrpSpPr/>
          <p:nvPr/>
        </p:nvGrpSpPr>
        <p:grpSpPr>
          <a:xfrm>
            <a:off x="6577840" y="5872566"/>
            <a:ext cx="5130160" cy="3385870"/>
            <a:chOff x="0" y="-38100"/>
            <a:chExt cx="3007304" cy="1984800"/>
          </a:xfrm>
        </p:grpSpPr>
        <p:sp>
          <p:nvSpPr>
            <p:cNvPr id="189" name="Google Shape;189;p13"/>
            <p:cNvSpPr/>
            <p:nvPr/>
          </p:nvSpPr>
          <p:spPr>
            <a:xfrm>
              <a:off x="0" y="0"/>
              <a:ext cx="3007304" cy="1946594"/>
            </a:xfrm>
            <a:custGeom>
              <a:avLst/>
              <a:gdLst/>
              <a:ahLst/>
              <a:cxnLst/>
              <a:rect l="l" t="t" r="r" b="b"/>
              <a:pathLst>
                <a:path w="3007304" h="1946594" extrusionOk="0">
                  <a:moveTo>
                    <a:pt x="0" y="0"/>
                  </a:moveTo>
                  <a:lnTo>
                    <a:pt x="3007304" y="0"/>
                  </a:lnTo>
                  <a:lnTo>
                    <a:pt x="3007304" y="1946594"/>
                  </a:lnTo>
                  <a:lnTo>
                    <a:pt x="0" y="1946594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76200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90" name="Google Shape;190;p13"/>
            <p:cNvSpPr txBox="1"/>
            <p:nvPr/>
          </p:nvSpPr>
          <p:spPr>
            <a:xfrm>
              <a:off x="0" y="-38100"/>
              <a:ext cx="3007200" cy="19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3"/>
          <p:cNvGrpSpPr/>
          <p:nvPr/>
        </p:nvGrpSpPr>
        <p:grpSpPr>
          <a:xfrm>
            <a:off x="12260516" y="5872566"/>
            <a:ext cx="5130160" cy="3385870"/>
            <a:chOff x="0" y="-38100"/>
            <a:chExt cx="3007304" cy="1984800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0"/>
              <a:ext cx="3007304" cy="1946594"/>
            </a:xfrm>
            <a:custGeom>
              <a:avLst/>
              <a:gdLst/>
              <a:ahLst/>
              <a:cxnLst/>
              <a:rect l="l" t="t" r="r" b="b"/>
              <a:pathLst>
                <a:path w="3007304" h="1946594" extrusionOk="0">
                  <a:moveTo>
                    <a:pt x="0" y="0"/>
                  </a:moveTo>
                  <a:lnTo>
                    <a:pt x="3007304" y="0"/>
                  </a:lnTo>
                  <a:lnTo>
                    <a:pt x="3007304" y="1946594"/>
                  </a:lnTo>
                  <a:lnTo>
                    <a:pt x="0" y="1946594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76200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93" name="Google Shape;193;p13"/>
            <p:cNvSpPr txBox="1"/>
            <p:nvPr/>
          </p:nvSpPr>
          <p:spPr>
            <a:xfrm>
              <a:off x="0" y="-38100"/>
              <a:ext cx="3007200" cy="19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3"/>
          <p:cNvSpPr txBox="1">
            <a:spLocks noGrp="1"/>
          </p:cNvSpPr>
          <p:nvPr>
            <p:ph type="title"/>
          </p:nvPr>
        </p:nvSpPr>
        <p:spPr>
          <a:xfrm>
            <a:off x="1285838" y="2088900"/>
            <a:ext cx="100335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body" idx="1"/>
          </p:nvPr>
        </p:nvSpPr>
        <p:spPr>
          <a:xfrm>
            <a:off x="2550600" y="3469675"/>
            <a:ext cx="7160400" cy="12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3"/>
          </p:nvPr>
        </p:nvSpPr>
        <p:spPr>
          <a:xfrm>
            <a:off x="12929813" y="276095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body" idx="4"/>
          </p:nvPr>
        </p:nvSpPr>
        <p:spPr>
          <a:xfrm>
            <a:off x="12855988" y="3546005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5"/>
          </p:nvPr>
        </p:nvSpPr>
        <p:spPr>
          <a:xfrm>
            <a:off x="1566500" y="67535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body" idx="6"/>
          </p:nvPr>
        </p:nvSpPr>
        <p:spPr>
          <a:xfrm>
            <a:off x="1492675" y="7538630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7"/>
          </p:nvPr>
        </p:nvSpPr>
        <p:spPr>
          <a:xfrm>
            <a:off x="7248138" y="67535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body" idx="8"/>
          </p:nvPr>
        </p:nvSpPr>
        <p:spPr>
          <a:xfrm>
            <a:off x="7174313" y="7538630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9"/>
          </p:nvPr>
        </p:nvSpPr>
        <p:spPr>
          <a:xfrm>
            <a:off x="12927688" y="67535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body" idx="13"/>
          </p:nvPr>
        </p:nvSpPr>
        <p:spPr>
          <a:xfrm>
            <a:off x="12853863" y="7538630"/>
            <a:ext cx="3939300" cy="8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_1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1457713" y="-185495"/>
            <a:ext cx="4182918" cy="10472417"/>
            <a:chOff x="0" y="-38100"/>
            <a:chExt cx="952308" cy="2384213"/>
          </a:xfrm>
        </p:grpSpPr>
        <p:sp>
          <p:nvSpPr>
            <p:cNvPr id="206" name="Google Shape;206;p14"/>
            <p:cNvSpPr/>
            <p:nvPr/>
          </p:nvSpPr>
          <p:spPr>
            <a:xfrm>
              <a:off x="0" y="0"/>
              <a:ext cx="952308" cy="2346113"/>
            </a:xfrm>
            <a:custGeom>
              <a:avLst/>
              <a:gdLst/>
              <a:ahLst/>
              <a:cxnLst/>
              <a:rect l="l" t="t" r="r" b="b"/>
              <a:pathLst>
                <a:path w="952308" h="2346113" extrusionOk="0">
                  <a:moveTo>
                    <a:pt x="0" y="0"/>
                  </a:moveTo>
                  <a:lnTo>
                    <a:pt x="952308" y="0"/>
                  </a:lnTo>
                  <a:lnTo>
                    <a:pt x="952308" y="2346113"/>
                  </a:lnTo>
                  <a:lnTo>
                    <a:pt x="0" y="2346113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207" name="Google Shape;207;p14"/>
            <p:cNvSpPr txBox="1"/>
            <p:nvPr/>
          </p:nvSpPr>
          <p:spPr>
            <a:xfrm>
              <a:off x="0" y="-38100"/>
              <a:ext cx="952200" cy="23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1523125" y="4564525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1653325" y="570752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2"/>
          </p:nvPr>
        </p:nvSpPr>
        <p:spPr>
          <a:xfrm>
            <a:off x="1523125" y="1730250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ubTitle" idx="3"/>
          </p:nvPr>
        </p:nvSpPr>
        <p:spPr>
          <a:xfrm>
            <a:off x="1653325" y="287325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title" idx="4"/>
          </p:nvPr>
        </p:nvSpPr>
        <p:spPr>
          <a:xfrm>
            <a:off x="1523125" y="6869300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5"/>
          </p:nvPr>
        </p:nvSpPr>
        <p:spPr>
          <a:xfrm>
            <a:off x="1653325" y="80123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_1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5"/>
          <p:cNvGrpSpPr/>
          <p:nvPr/>
        </p:nvGrpSpPr>
        <p:grpSpPr>
          <a:xfrm>
            <a:off x="1028700" y="884038"/>
            <a:ext cx="4895723" cy="5578592"/>
            <a:chOff x="0" y="-38100"/>
            <a:chExt cx="1289400" cy="1469249"/>
          </a:xfrm>
        </p:grpSpPr>
        <p:sp>
          <p:nvSpPr>
            <p:cNvPr id="216" name="Google Shape;216;p15"/>
            <p:cNvSpPr/>
            <p:nvPr/>
          </p:nvSpPr>
          <p:spPr>
            <a:xfrm>
              <a:off x="0" y="0"/>
              <a:ext cx="1289326" cy="1431149"/>
            </a:xfrm>
            <a:custGeom>
              <a:avLst/>
              <a:gdLst/>
              <a:ahLst/>
              <a:cxnLst/>
              <a:rect l="l" t="t" r="r" b="b"/>
              <a:pathLst>
                <a:path w="1289326" h="1431149" extrusionOk="0">
                  <a:moveTo>
                    <a:pt x="0" y="0"/>
                  </a:moveTo>
                  <a:lnTo>
                    <a:pt x="1289326" y="0"/>
                  </a:lnTo>
                  <a:lnTo>
                    <a:pt x="1289326" y="1431149"/>
                  </a:lnTo>
                  <a:lnTo>
                    <a:pt x="0" y="1431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17" name="Google Shape;217;p15"/>
            <p:cNvSpPr txBox="1"/>
            <p:nvPr/>
          </p:nvSpPr>
          <p:spPr>
            <a:xfrm>
              <a:off x="0" y="-38100"/>
              <a:ext cx="1289400" cy="14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5"/>
          <p:cNvGrpSpPr/>
          <p:nvPr/>
        </p:nvGrpSpPr>
        <p:grpSpPr>
          <a:xfrm>
            <a:off x="1048832" y="6872291"/>
            <a:ext cx="16230480" cy="2705863"/>
            <a:chOff x="0" y="-38100"/>
            <a:chExt cx="3695128" cy="616033"/>
          </a:xfrm>
        </p:grpSpPr>
        <p:sp>
          <p:nvSpPr>
            <p:cNvPr id="219" name="Google Shape;219;p15"/>
            <p:cNvSpPr/>
            <p:nvPr/>
          </p:nvSpPr>
          <p:spPr>
            <a:xfrm>
              <a:off x="0" y="0"/>
              <a:ext cx="3695128" cy="577933"/>
            </a:xfrm>
            <a:custGeom>
              <a:avLst/>
              <a:gdLst/>
              <a:ahLst/>
              <a:cxnLst/>
              <a:rect l="l" t="t" r="r" b="b"/>
              <a:pathLst>
                <a:path w="3695128" h="577933" extrusionOk="0">
                  <a:moveTo>
                    <a:pt x="0" y="0"/>
                  </a:moveTo>
                  <a:lnTo>
                    <a:pt x="3695128" y="0"/>
                  </a:lnTo>
                  <a:lnTo>
                    <a:pt x="3695128" y="577933"/>
                  </a:lnTo>
                  <a:lnTo>
                    <a:pt x="0" y="577933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220" name="Google Shape;220;p15"/>
            <p:cNvSpPr txBox="1"/>
            <p:nvPr/>
          </p:nvSpPr>
          <p:spPr>
            <a:xfrm>
              <a:off x="0" y="-38100"/>
              <a:ext cx="3695100" cy="6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5"/>
          <p:cNvGrpSpPr/>
          <p:nvPr/>
        </p:nvGrpSpPr>
        <p:grpSpPr>
          <a:xfrm>
            <a:off x="6696295" y="884038"/>
            <a:ext cx="4895723" cy="5578592"/>
            <a:chOff x="0" y="-38100"/>
            <a:chExt cx="1289400" cy="1469249"/>
          </a:xfrm>
        </p:grpSpPr>
        <p:sp>
          <p:nvSpPr>
            <p:cNvPr id="222" name="Google Shape;222;p15"/>
            <p:cNvSpPr/>
            <p:nvPr/>
          </p:nvSpPr>
          <p:spPr>
            <a:xfrm>
              <a:off x="0" y="0"/>
              <a:ext cx="1289326" cy="1431149"/>
            </a:xfrm>
            <a:custGeom>
              <a:avLst/>
              <a:gdLst/>
              <a:ahLst/>
              <a:cxnLst/>
              <a:rect l="l" t="t" r="r" b="b"/>
              <a:pathLst>
                <a:path w="1289326" h="1431149" extrusionOk="0">
                  <a:moveTo>
                    <a:pt x="0" y="0"/>
                  </a:moveTo>
                  <a:lnTo>
                    <a:pt x="1289326" y="0"/>
                  </a:lnTo>
                  <a:lnTo>
                    <a:pt x="1289326" y="1431149"/>
                  </a:lnTo>
                  <a:lnTo>
                    <a:pt x="0" y="1431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3" name="Google Shape;223;p15"/>
            <p:cNvSpPr txBox="1"/>
            <p:nvPr/>
          </p:nvSpPr>
          <p:spPr>
            <a:xfrm>
              <a:off x="0" y="-38100"/>
              <a:ext cx="1289400" cy="14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5"/>
          <p:cNvGrpSpPr/>
          <p:nvPr/>
        </p:nvGrpSpPr>
        <p:grpSpPr>
          <a:xfrm>
            <a:off x="12363230" y="884038"/>
            <a:ext cx="4895723" cy="5578592"/>
            <a:chOff x="0" y="-38100"/>
            <a:chExt cx="1289400" cy="1469249"/>
          </a:xfrm>
        </p:grpSpPr>
        <p:sp>
          <p:nvSpPr>
            <p:cNvPr id="225" name="Google Shape;225;p15"/>
            <p:cNvSpPr/>
            <p:nvPr/>
          </p:nvSpPr>
          <p:spPr>
            <a:xfrm>
              <a:off x="0" y="0"/>
              <a:ext cx="1289326" cy="1431149"/>
            </a:xfrm>
            <a:custGeom>
              <a:avLst/>
              <a:gdLst/>
              <a:ahLst/>
              <a:cxnLst/>
              <a:rect l="l" t="t" r="r" b="b"/>
              <a:pathLst>
                <a:path w="1289326" h="1431149" extrusionOk="0">
                  <a:moveTo>
                    <a:pt x="0" y="0"/>
                  </a:moveTo>
                  <a:lnTo>
                    <a:pt x="1289326" y="0"/>
                  </a:lnTo>
                  <a:lnTo>
                    <a:pt x="1289326" y="1431149"/>
                  </a:lnTo>
                  <a:lnTo>
                    <a:pt x="0" y="1431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6" name="Google Shape;226;p15"/>
            <p:cNvSpPr txBox="1"/>
            <p:nvPr/>
          </p:nvSpPr>
          <p:spPr>
            <a:xfrm>
              <a:off x="0" y="-38100"/>
              <a:ext cx="1289400" cy="14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5"/>
          <p:cNvSpPr/>
          <p:nvPr/>
        </p:nvSpPr>
        <p:spPr>
          <a:xfrm>
            <a:off x="2609642" y="1514599"/>
            <a:ext cx="1733525" cy="1733525"/>
          </a:xfrm>
          <a:custGeom>
            <a:avLst/>
            <a:gdLst/>
            <a:ahLst/>
            <a:cxnLst/>
            <a:rect l="l" t="t" r="r" b="b"/>
            <a:pathLst>
              <a:path w="1733525" h="1733525" extrusionOk="0">
                <a:moveTo>
                  <a:pt x="0" y="0"/>
                </a:moveTo>
                <a:lnTo>
                  <a:pt x="1733526" y="0"/>
                </a:lnTo>
                <a:lnTo>
                  <a:pt x="1733526" y="1733525"/>
                </a:lnTo>
                <a:lnTo>
                  <a:pt x="0" y="173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8" name="Google Shape;228;p15"/>
          <p:cNvSpPr/>
          <p:nvPr/>
        </p:nvSpPr>
        <p:spPr>
          <a:xfrm>
            <a:off x="8442186" y="1514599"/>
            <a:ext cx="1402969" cy="1399461"/>
          </a:xfrm>
          <a:custGeom>
            <a:avLst/>
            <a:gdLst/>
            <a:ahLst/>
            <a:cxnLst/>
            <a:rect l="l" t="t" r="r" b="b"/>
            <a:pathLst>
              <a:path w="1402969" h="1399461" extrusionOk="0">
                <a:moveTo>
                  <a:pt x="0" y="0"/>
                </a:moveTo>
                <a:lnTo>
                  <a:pt x="1402968" y="0"/>
                </a:lnTo>
                <a:lnTo>
                  <a:pt x="1402968" y="1399461"/>
                </a:lnTo>
                <a:lnTo>
                  <a:pt x="0" y="1399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p15"/>
          <p:cNvSpPr/>
          <p:nvPr/>
        </p:nvSpPr>
        <p:spPr>
          <a:xfrm>
            <a:off x="13820512" y="1565602"/>
            <a:ext cx="1980847" cy="1297455"/>
          </a:xfrm>
          <a:custGeom>
            <a:avLst/>
            <a:gdLst/>
            <a:ahLst/>
            <a:cxnLst/>
            <a:rect l="l" t="t" r="r" b="b"/>
            <a:pathLst>
              <a:path w="1980847" h="1297455" extrusionOk="0">
                <a:moveTo>
                  <a:pt x="0" y="0"/>
                </a:moveTo>
                <a:lnTo>
                  <a:pt x="1980846" y="0"/>
                </a:lnTo>
                <a:lnTo>
                  <a:pt x="1980846" y="1297454"/>
                </a:lnTo>
                <a:lnTo>
                  <a:pt x="0" y="1297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0" name="Google Shape;230;p15"/>
          <p:cNvSpPr txBox="1">
            <a:spLocks noGrp="1"/>
          </p:cNvSpPr>
          <p:nvPr>
            <p:ph type="subTitle" idx="1"/>
          </p:nvPr>
        </p:nvSpPr>
        <p:spPr>
          <a:xfrm>
            <a:off x="1580738" y="364062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2"/>
          </p:nvPr>
        </p:nvSpPr>
        <p:spPr>
          <a:xfrm>
            <a:off x="1506913" y="4425671"/>
            <a:ext cx="3939300" cy="15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3"/>
          </p:nvPr>
        </p:nvSpPr>
        <p:spPr>
          <a:xfrm>
            <a:off x="7268225" y="37067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4"/>
          </p:nvPr>
        </p:nvSpPr>
        <p:spPr>
          <a:xfrm>
            <a:off x="7194400" y="4491746"/>
            <a:ext cx="3939300" cy="15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subTitle" idx="5"/>
          </p:nvPr>
        </p:nvSpPr>
        <p:spPr>
          <a:xfrm>
            <a:off x="12915913" y="36812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body" idx="6"/>
          </p:nvPr>
        </p:nvSpPr>
        <p:spPr>
          <a:xfrm>
            <a:off x="12842088" y="4466246"/>
            <a:ext cx="3939300" cy="15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title"/>
          </p:nvPr>
        </p:nvSpPr>
        <p:spPr>
          <a:xfrm>
            <a:off x="1732225" y="7388975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ubTitle" idx="7"/>
          </p:nvPr>
        </p:nvSpPr>
        <p:spPr>
          <a:xfrm>
            <a:off x="1862425" y="85319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8"/>
          </p:nvPr>
        </p:nvSpPr>
        <p:spPr>
          <a:xfrm>
            <a:off x="7007825" y="7388975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ubTitle" idx="9"/>
          </p:nvPr>
        </p:nvSpPr>
        <p:spPr>
          <a:xfrm>
            <a:off x="7138025" y="85319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title" idx="13"/>
          </p:nvPr>
        </p:nvSpPr>
        <p:spPr>
          <a:xfrm>
            <a:off x="12514500" y="7388975"/>
            <a:ext cx="40521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0"/>
              <a:buNone/>
              <a:defRPr sz="635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subTitle" idx="14"/>
          </p:nvPr>
        </p:nvSpPr>
        <p:spPr>
          <a:xfrm>
            <a:off x="12644700" y="8531975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4">
  <p:cSld name="CUSTOM_13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6"/>
          <p:cNvGrpSpPr/>
          <p:nvPr/>
        </p:nvGrpSpPr>
        <p:grpSpPr>
          <a:xfrm>
            <a:off x="9144000" y="-167350"/>
            <a:ext cx="9143931" cy="10472417"/>
            <a:chOff x="0" y="-38100"/>
            <a:chExt cx="2081762" cy="2384213"/>
          </a:xfrm>
        </p:grpSpPr>
        <p:sp>
          <p:nvSpPr>
            <p:cNvPr id="244" name="Google Shape;244;p16"/>
            <p:cNvSpPr/>
            <p:nvPr/>
          </p:nvSpPr>
          <p:spPr>
            <a:xfrm>
              <a:off x="0" y="0"/>
              <a:ext cx="2081762" cy="2346113"/>
            </a:xfrm>
            <a:custGeom>
              <a:avLst/>
              <a:gdLst/>
              <a:ahLst/>
              <a:cxnLst/>
              <a:rect l="l" t="t" r="r" b="b"/>
              <a:pathLst>
                <a:path w="2081762" h="2346113" extrusionOk="0">
                  <a:moveTo>
                    <a:pt x="0" y="0"/>
                  </a:moveTo>
                  <a:lnTo>
                    <a:pt x="2081762" y="0"/>
                  </a:lnTo>
                  <a:lnTo>
                    <a:pt x="2081762" y="2346113"/>
                  </a:lnTo>
                  <a:lnTo>
                    <a:pt x="0" y="2346113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245" name="Google Shape;245;p16"/>
            <p:cNvSpPr txBox="1"/>
            <p:nvPr/>
          </p:nvSpPr>
          <p:spPr>
            <a:xfrm>
              <a:off x="0" y="-38100"/>
              <a:ext cx="2081700" cy="23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6"/>
          <p:cNvSpPr/>
          <p:nvPr/>
        </p:nvSpPr>
        <p:spPr>
          <a:xfrm>
            <a:off x="2044258" y="6236378"/>
            <a:ext cx="990711" cy="988234"/>
          </a:xfrm>
          <a:custGeom>
            <a:avLst/>
            <a:gdLst/>
            <a:ahLst/>
            <a:cxnLst/>
            <a:rect l="l" t="t" r="r" b="b"/>
            <a:pathLst>
              <a:path w="990711" h="988234" extrusionOk="0">
                <a:moveTo>
                  <a:pt x="0" y="0"/>
                </a:moveTo>
                <a:lnTo>
                  <a:pt x="990711" y="0"/>
                </a:lnTo>
                <a:lnTo>
                  <a:pt x="990711" y="988234"/>
                </a:lnTo>
                <a:lnTo>
                  <a:pt x="0" y="988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7" name="Google Shape;247;p16"/>
          <p:cNvSpPr/>
          <p:nvPr/>
        </p:nvSpPr>
        <p:spPr>
          <a:xfrm>
            <a:off x="5922369" y="6288439"/>
            <a:ext cx="1349790" cy="884112"/>
          </a:xfrm>
          <a:custGeom>
            <a:avLst/>
            <a:gdLst/>
            <a:ahLst/>
            <a:cxnLst/>
            <a:rect l="l" t="t" r="r" b="b"/>
            <a:pathLst>
              <a:path w="1349790" h="884112" extrusionOk="0">
                <a:moveTo>
                  <a:pt x="0" y="0"/>
                </a:moveTo>
                <a:lnTo>
                  <a:pt x="1349789" y="0"/>
                </a:lnTo>
                <a:lnTo>
                  <a:pt x="1349789" y="884112"/>
                </a:lnTo>
                <a:lnTo>
                  <a:pt x="0" y="884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8" name="Google Shape;248;p16"/>
          <p:cNvSpPr>
            <a:spLocks noGrp="1"/>
          </p:cNvSpPr>
          <p:nvPr>
            <p:ph type="pic" idx="2"/>
          </p:nvPr>
        </p:nvSpPr>
        <p:spPr>
          <a:xfrm>
            <a:off x="10304513" y="1299000"/>
            <a:ext cx="6822900" cy="7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6"/>
          <p:cNvSpPr txBox="1">
            <a:spLocks noGrp="1"/>
          </p:cNvSpPr>
          <p:nvPr>
            <p:ph type="title"/>
          </p:nvPr>
        </p:nvSpPr>
        <p:spPr>
          <a:xfrm>
            <a:off x="1028700" y="627300"/>
            <a:ext cx="7288200" cy="30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6"/>
          <p:cNvSpPr txBox="1">
            <a:spLocks noGrp="1"/>
          </p:cNvSpPr>
          <p:nvPr>
            <p:ph type="body" idx="1"/>
          </p:nvPr>
        </p:nvSpPr>
        <p:spPr>
          <a:xfrm>
            <a:off x="1028700" y="4119600"/>
            <a:ext cx="72882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16"/>
          <p:cNvSpPr txBox="1">
            <a:spLocks noGrp="1"/>
          </p:cNvSpPr>
          <p:nvPr>
            <p:ph type="subTitle" idx="3"/>
          </p:nvPr>
        </p:nvSpPr>
        <p:spPr>
          <a:xfrm>
            <a:off x="643775" y="75453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body" idx="4"/>
          </p:nvPr>
        </p:nvSpPr>
        <p:spPr>
          <a:xfrm>
            <a:off x="896363" y="8243100"/>
            <a:ext cx="3286500" cy="10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subTitle" idx="5"/>
          </p:nvPr>
        </p:nvSpPr>
        <p:spPr>
          <a:xfrm>
            <a:off x="4893875" y="7545300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body" idx="6"/>
          </p:nvPr>
        </p:nvSpPr>
        <p:spPr>
          <a:xfrm>
            <a:off x="5146463" y="8243100"/>
            <a:ext cx="3286500" cy="10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_14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>
            <a:spLocks noGrp="1"/>
          </p:cNvSpPr>
          <p:nvPr>
            <p:ph type="pic" idx="2"/>
          </p:nvPr>
        </p:nvSpPr>
        <p:spPr>
          <a:xfrm>
            <a:off x="0" y="23225"/>
            <a:ext cx="183345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7" name="Google Shape;257;p17"/>
          <p:cNvGrpSpPr/>
          <p:nvPr/>
        </p:nvGrpSpPr>
        <p:grpSpPr>
          <a:xfrm>
            <a:off x="1921366" y="1143025"/>
            <a:ext cx="14445686" cy="7856337"/>
            <a:chOff x="0" y="-38100"/>
            <a:chExt cx="3804600" cy="2069145"/>
          </a:xfrm>
        </p:grpSpPr>
        <p:sp>
          <p:nvSpPr>
            <p:cNvPr id="258" name="Google Shape;258;p17"/>
            <p:cNvSpPr/>
            <p:nvPr/>
          </p:nvSpPr>
          <p:spPr>
            <a:xfrm>
              <a:off x="0" y="0"/>
              <a:ext cx="3804515" cy="2031045"/>
            </a:xfrm>
            <a:custGeom>
              <a:avLst/>
              <a:gdLst/>
              <a:ahLst/>
              <a:cxnLst/>
              <a:rect l="l" t="t" r="r" b="b"/>
              <a:pathLst>
                <a:path w="3804515" h="2031045" extrusionOk="0">
                  <a:moveTo>
                    <a:pt x="0" y="0"/>
                  </a:moveTo>
                  <a:lnTo>
                    <a:pt x="3804515" y="0"/>
                  </a:lnTo>
                  <a:lnTo>
                    <a:pt x="3804515" y="2031045"/>
                  </a:lnTo>
                  <a:lnTo>
                    <a:pt x="0" y="2031045"/>
                  </a:lnTo>
                  <a:close/>
                </a:path>
              </a:pathLst>
            </a:custGeom>
            <a:gradFill>
              <a:gsLst>
                <a:gs pos="0">
                  <a:srgbClr val="060219">
                    <a:alpha val="89803"/>
                  </a:srgbClr>
                </a:gs>
                <a:gs pos="100000">
                  <a:srgbClr val="3A2F60">
                    <a:alpha val="89803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42875" cap="sq" cmpd="sng">
              <a:solidFill>
                <a:srgbClr val="7428EA">
                  <a:alpha val="8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9" name="Google Shape;259;p17"/>
            <p:cNvSpPr txBox="1"/>
            <p:nvPr/>
          </p:nvSpPr>
          <p:spPr>
            <a:xfrm>
              <a:off x="0" y="-38100"/>
              <a:ext cx="3804600" cy="20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7"/>
          <p:cNvSpPr txBox="1">
            <a:spLocks noGrp="1"/>
          </p:cNvSpPr>
          <p:nvPr>
            <p:ph type="title"/>
          </p:nvPr>
        </p:nvSpPr>
        <p:spPr>
          <a:xfrm>
            <a:off x="3089613" y="2765038"/>
            <a:ext cx="12109200" cy="36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1"/>
          </p:nvPr>
        </p:nvSpPr>
        <p:spPr>
          <a:xfrm>
            <a:off x="7248138" y="6847838"/>
            <a:ext cx="37917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0062F6"/>
              </a:buClr>
              <a:buSzPts val="3200"/>
              <a:buNone/>
              <a:defRPr sz="3200" b="1">
                <a:solidFill>
                  <a:srgbClr val="0062F6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_15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>
            <a:spLocks noGrp="1"/>
          </p:cNvSpPr>
          <p:nvPr>
            <p:ph type="pic" idx="2"/>
          </p:nvPr>
        </p:nvSpPr>
        <p:spPr>
          <a:xfrm>
            <a:off x="674750" y="0"/>
            <a:ext cx="44172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8"/>
          <p:cNvSpPr>
            <a:spLocks noGrp="1"/>
          </p:cNvSpPr>
          <p:nvPr>
            <p:ph type="pic" idx="3"/>
          </p:nvPr>
        </p:nvSpPr>
        <p:spPr>
          <a:xfrm>
            <a:off x="5734950" y="0"/>
            <a:ext cx="44172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18"/>
          <p:cNvSpPr>
            <a:spLocks noGrp="1"/>
          </p:cNvSpPr>
          <p:nvPr>
            <p:ph type="pic" idx="4"/>
          </p:nvPr>
        </p:nvSpPr>
        <p:spPr>
          <a:xfrm>
            <a:off x="10795150" y="0"/>
            <a:ext cx="7488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10795250" y="6088150"/>
            <a:ext cx="68610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1"/>
          </p:nvPr>
        </p:nvSpPr>
        <p:spPr>
          <a:xfrm>
            <a:off x="10795250" y="7650825"/>
            <a:ext cx="72882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7">
  <p:cSld name="CUSTOM_16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>
            <a:spLocks noGrp="1"/>
          </p:cNvSpPr>
          <p:nvPr>
            <p:ph type="pic" idx="2"/>
          </p:nvPr>
        </p:nvSpPr>
        <p:spPr>
          <a:xfrm>
            <a:off x="0" y="0"/>
            <a:ext cx="6242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19"/>
          <p:cNvSpPr>
            <a:spLocks noGrp="1"/>
          </p:cNvSpPr>
          <p:nvPr>
            <p:ph type="pic" idx="3"/>
          </p:nvPr>
        </p:nvSpPr>
        <p:spPr>
          <a:xfrm>
            <a:off x="6242475" y="5143500"/>
            <a:ext cx="5803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19"/>
          <p:cNvSpPr>
            <a:spLocks noGrp="1"/>
          </p:cNvSpPr>
          <p:nvPr>
            <p:ph type="pic" idx="4"/>
          </p:nvPr>
        </p:nvSpPr>
        <p:spPr>
          <a:xfrm>
            <a:off x="12045575" y="0"/>
            <a:ext cx="62424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2" name="Google Shape;272;p19"/>
          <p:cNvGrpSpPr/>
          <p:nvPr/>
        </p:nvGrpSpPr>
        <p:grpSpPr>
          <a:xfrm>
            <a:off x="6242446" y="-167350"/>
            <a:ext cx="5803239" cy="5310811"/>
            <a:chOff x="0" y="-38100"/>
            <a:chExt cx="1321200" cy="1209091"/>
          </a:xfrm>
        </p:grpSpPr>
        <p:sp>
          <p:nvSpPr>
            <p:cNvPr id="273" name="Google Shape;273;p19"/>
            <p:cNvSpPr/>
            <p:nvPr/>
          </p:nvSpPr>
          <p:spPr>
            <a:xfrm>
              <a:off x="0" y="0"/>
              <a:ext cx="1321160" cy="1170991"/>
            </a:xfrm>
            <a:custGeom>
              <a:avLst/>
              <a:gdLst/>
              <a:ahLst/>
              <a:cxnLst/>
              <a:rect l="l" t="t" r="r" b="b"/>
              <a:pathLst>
                <a:path w="1321160" h="1170991" extrusionOk="0">
                  <a:moveTo>
                    <a:pt x="0" y="0"/>
                  </a:moveTo>
                  <a:lnTo>
                    <a:pt x="1321160" y="0"/>
                  </a:lnTo>
                  <a:lnTo>
                    <a:pt x="1321160" y="1170991"/>
                  </a:lnTo>
                  <a:lnTo>
                    <a:pt x="0" y="1170991"/>
                  </a:lnTo>
                  <a:close/>
                </a:path>
              </a:pathLst>
            </a:custGeom>
            <a:gradFill>
              <a:gsLst>
                <a:gs pos="0">
                  <a:srgbClr val="7428EA"/>
                </a:gs>
                <a:gs pos="100000">
                  <a:srgbClr val="FF31EA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</p:sp>
        <p:sp>
          <p:nvSpPr>
            <p:cNvPr id="274" name="Google Shape;274;p19"/>
            <p:cNvSpPr txBox="1"/>
            <p:nvPr/>
          </p:nvSpPr>
          <p:spPr>
            <a:xfrm>
              <a:off x="0" y="-38100"/>
              <a:ext cx="1321200" cy="12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9"/>
          <p:cNvSpPr txBox="1">
            <a:spLocks noGrp="1"/>
          </p:cNvSpPr>
          <p:nvPr>
            <p:ph type="title"/>
          </p:nvPr>
        </p:nvSpPr>
        <p:spPr>
          <a:xfrm>
            <a:off x="356575" y="7027600"/>
            <a:ext cx="5529300" cy="184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body" idx="1"/>
          </p:nvPr>
        </p:nvSpPr>
        <p:spPr>
          <a:xfrm>
            <a:off x="12963300" y="6837725"/>
            <a:ext cx="4864500" cy="231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 rtl="0">
              <a:spcBef>
                <a:spcPts val="64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ctr" rtl="0"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marL="1371600" lvl="2" indent="-361950" algn="ctr" rtl="0"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marL="2286000" lvl="4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ctr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8">
  <p:cSld name="CUSTOM_17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20"/>
          <p:cNvGrpSpPr/>
          <p:nvPr/>
        </p:nvGrpSpPr>
        <p:grpSpPr>
          <a:xfrm>
            <a:off x="656603" y="431606"/>
            <a:ext cx="16974903" cy="9166096"/>
            <a:chOff x="0" y="-38100"/>
            <a:chExt cx="4470727" cy="2414100"/>
          </a:xfrm>
        </p:grpSpPr>
        <p:sp>
          <p:nvSpPr>
            <p:cNvPr id="279" name="Google Shape;279;p20"/>
            <p:cNvSpPr/>
            <p:nvPr/>
          </p:nvSpPr>
          <p:spPr>
            <a:xfrm>
              <a:off x="0" y="0"/>
              <a:ext cx="4470727" cy="2375878"/>
            </a:xfrm>
            <a:custGeom>
              <a:avLst/>
              <a:gdLst/>
              <a:ahLst/>
              <a:cxnLst/>
              <a:rect l="l" t="t" r="r" b="b"/>
              <a:pathLst>
                <a:path w="4470727" h="2375878" extrusionOk="0">
                  <a:moveTo>
                    <a:pt x="0" y="0"/>
                  </a:moveTo>
                  <a:lnTo>
                    <a:pt x="4470727" y="0"/>
                  </a:lnTo>
                  <a:lnTo>
                    <a:pt x="4470727" y="2375878"/>
                  </a:lnTo>
                  <a:lnTo>
                    <a:pt x="0" y="23758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 cmpd="sng">
              <a:solidFill>
                <a:srgbClr val="7428EA">
                  <a:alpha val="4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0" name="Google Shape;280;p20"/>
            <p:cNvSpPr txBox="1"/>
            <p:nvPr/>
          </p:nvSpPr>
          <p:spPr>
            <a:xfrm>
              <a:off x="0" y="-38100"/>
              <a:ext cx="4470600" cy="241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20"/>
          <p:cNvSpPr/>
          <p:nvPr/>
        </p:nvSpPr>
        <p:spPr>
          <a:xfrm rot="-508449">
            <a:off x="-1985918" y="-1371257"/>
            <a:ext cx="6517803" cy="13035606"/>
          </a:xfrm>
          <a:custGeom>
            <a:avLst/>
            <a:gdLst/>
            <a:ahLst/>
            <a:cxnLst/>
            <a:rect l="l" t="t" r="r" b="b"/>
            <a:pathLst>
              <a:path w="6511762" h="13023524" extrusionOk="0">
                <a:moveTo>
                  <a:pt x="0" y="0"/>
                </a:moveTo>
                <a:lnTo>
                  <a:pt x="6511762" y="0"/>
                </a:lnTo>
                <a:lnTo>
                  <a:pt x="6511762" y="13023524"/>
                </a:lnTo>
                <a:lnTo>
                  <a:pt x="0" y="13023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00000"/>
            </a:stretch>
          </a:blipFill>
          <a:ln>
            <a:noFill/>
          </a:ln>
        </p:spPr>
      </p:sp>
      <p:sp>
        <p:nvSpPr>
          <p:cNvPr id="282" name="Google Shape;282;p20"/>
          <p:cNvSpPr/>
          <p:nvPr/>
        </p:nvSpPr>
        <p:spPr>
          <a:xfrm rot="-9851537" flipH="1">
            <a:off x="12664470" y="-742709"/>
            <a:ext cx="6513919" cy="13027837"/>
          </a:xfrm>
          <a:custGeom>
            <a:avLst/>
            <a:gdLst/>
            <a:ahLst/>
            <a:cxnLst/>
            <a:rect l="l" t="t" r="r" b="b"/>
            <a:pathLst>
              <a:path w="6511762" h="13023524" extrusionOk="0">
                <a:moveTo>
                  <a:pt x="0" y="13023523"/>
                </a:moveTo>
                <a:lnTo>
                  <a:pt x="6511762" y="13023523"/>
                </a:lnTo>
                <a:lnTo>
                  <a:pt x="6511762" y="0"/>
                </a:lnTo>
                <a:lnTo>
                  <a:pt x="0" y="0"/>
                </a:lnTo>
                <a:lnTo>
                  <a:pt x="0" y="1302352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00000"/>
            </a:stretch>
          </a:blipFill>
          <a:ln>
            <a:noFill/>
          </a:ln>
        </p:spPr>
      </p:sp>
      <p:sp>
        <p:nvSpPr>
          <p:cNvPr id="283" name="Google Shape;283;p20"/>
          <p:cNvSpPr txBox="1">
            <a:spLocks noGrp="1"/>
          </p:cNvSpPr>
          <p:nvPr>
            <p:ph type="title"/>
          </p:nvPr>
        </p:nvSpPr>
        <p:spPr>
          <a:xfrm>
            <a:off x="4050350" y="2793700"/>
            <a:ext cx="10187400" cy="11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5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0"/>
          <p:cNvSpPr txBox="1">
            <a:spLocks noGrp="1"/>
          </p:cNvSpPr>
          <p:nvPr>
            <p:ph type="subTitle" idx="1"/>
          </p:nvPr>
        </p:nvSpPr>
        <p:spPr>
          <a:xfrm>
            <a:off x="6062400" y="4803950"/>
            <a:ext cx="61632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subTitle" idx="2"/>
          </p:nvPr>
        </p:nvSpPr>
        <p:spPr>
          <a:xfrm>
            <a:off x="6062400" y="5908850"/>
            <a:ext cx="61632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0"/>
          <p:cNvSpPr txBox="1">
            <a:spLocks noGrp="1"/>
          </p:cNvSpPr>
          <p:nvPr>
            <p:ph type="subTitle" idx="3"/>
          </p:nvPr>
        </p:nvSpPr>
        <p:spPr>
          <a:xfrm>
            <a:off x="6062400" y="7013750"/>
            <a:ext cx="6163200" cy="52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 b="1"/>
            </a:lvl1pPr>
            <a:lvl2pPr lvl="1" algn="ctr" rtl="0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 rtl="0"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ctr" rtl="0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8650" y="504825"/>
            <a:ext cx="17090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62F6"/>
              </a:buClr>
              <a:buSzPts val="8750"/>
              <a:buFont typeface="Livvic Black"/>
              <a:buNone/>
              <a:defRPr sz="8750" i="0" u="none" strike="noStrike" cap="none">
                <a:solidFill>
                  <a:srgbClr val="0062F6"/>
                </a:solidFill>
                <a:latin typeface="Livvic Black"/>
                <a:ea typeface="Livvic Black"/>
                <a:cs typeface="Livvic Black"/>
                <a:sym typeface="Livvic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8650" y="18303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–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–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»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/>
          <p:nvPr/>
        </p:nvSpPr>
        <p:spPr>
          <a:xfrm>
            <a:off x="693175" y="2143882"/>
            <a:ext cx="1853872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Salary &amp; Experience Across Global Industries </a:t>
            </a:r>
            <a:endParaRPr sz="6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4A173-717C-485B-0B9E-AEC917A8232D}"/>
              </a:ext>
            </a:extLst>
          </p:cNvPr>
          <p:cNvSpPr txBox="1"/>
          <p:nvPr/>
        </p:nvSpPr>
        <p:spPr>
          <a:xfrm>
            <a:off x="4807975" y="3799856"/>
            <a:ext cx="11920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3600" b="0" i="0" u="none" strike="noStrike" baseline="0" dirty="0">
                <a:solidFill>
                  <a:schemeClr val="bg1"/>
                </a:solidFill>
                <a:latin typeface="Amasis MT Pro" panose="020F0502020204030204" pitchFamily="18" charset="0"/>
                <a:ea typeface="STHupo" panose="020B0503020204020204" pitchFamily="2" charset="-122"/>
              </a:rPr>
              <a:t> </a:t>
            </a:r>
            <a:r>
              <a:rPr lang="en-US" sz="3600" b="1" i="0" u="none" strike="noStrike" baseline="0" dirty="0">
                <a:solidFill>
                  <a:schemeClr val="bg1">
                    <a:lumMod val="95000"/>
                  </a:schemeClr>
                </a:solidFill>
                <a:latin typeface="Amasis MT Pro" panose="020F0502020204030204" pitchFamily="18" charset="0"/>
                <a:ea typeface="STHupo" panose="020B0503020204020204" pitchFamily="2" charset="-122"/>
              </a:rPr>
              <a:t>An Analysis of Career Trajectories</a:t>
            </a:r>
            <a:r>
              <a:rPr lang="en-US" sz="1400" b="1" i="0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: </a:t>
            </a:r>
            <a:endParaRPr lang="LID4096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098" name="Picture 2" descr="Having Data is not Enough: The Magic of Data Analysis and Interpretation -  Latize | Ulysses">
            <a:extLst>
              <a:ext uri="{FF2B5EF4-FFF2-40B4-BE49-F238E27FC236}">
                <a16:creationId xmlns:a16="http://schemas.microsoft.com/office/drawing/2014/main" id="{7004F865-A810-62A8-1944-1150D067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5799" y="6868701"/>
            <a:ext cx="5150169" cy="315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5FE5AF-5B00-5000-D999-B8A9ECCF4DAE}"/>
              </a:ext>
            </a:extLst>
          </p:cNvPr>
          <p:cNvSpPr/>
          <p:nvPr/>
        </p:nvSpPr>
        <p:spPr>
          <a:xfrm>
            <a:off x="5884607" y="7635240"/>
            <a:ext cx="5943600" cy="2392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DEEPA.G</a:t>
            </a:r>
            <a:endParaRPr lang="LID4096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80564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/>
        </p:nvSpPr>
        <p:spPr>
          <a:xfrm>
            <a:off x="1028700" y="429464"/>
            <a:ext cx="5135240" cy="151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>
                <a:solidFill>
                  <a:srgbClr val="0062F6"/>
                </a:solidFill>
                <a:latin typeface="Livvic Black"/>
                <a:ea typeface="Livvic Black"/>
                <a:cs typeface="Livvic Black"/>
                <a:sym typeface="Livvic Black"/>
              </a:rPr>
              <a:t>AGENDA</a:t>
            </a:r>
            <a:endParaRPr dirty="0"/>
          </a:p>
        </p:txBody>
      </p:sp>
      <p:grpSp>
        <p:nvGrpSpPr>
          <p:cNvPr id="313" name="Google Shape;313;p22"/>
          <p:cNvGrpSpPr/>
          <p:nvPr/>
        </p:nvGrpSpPr>
        <p:grpSpPr>
          <a:xfrm>
            <a:off x="1080813" y="3399893"/>
            <a:ext cx="4301754" cy="4301754"/>
            <a:chOff x="0" y="0"/>
            <a:chExt cx="812800" cy="812800"/>
          </a:xfrm>
        </p:grpSpPr>
        <p:sp>
          <p:nvSpPr>
            <p:cNvPr id="314" name="Google Shape;31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22"/>
          <p:cNvSpPr txBox="1"/>
          <p:nvPr/>
        </p:nvSpPr>
        <p:spPr>
          <a:xfrm>
            <a:off x="1733680" y="4584802"/>
            <a:ext cx="2901600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GB" sz="2800" b="1" dirty="0">
                <a:solidFill>
                  <a:schemeClr val="bg1"/>
                </a:solidFill>
              </a:rPr>
              <a:t>Data Cleaning and Preprocessing 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318" name="Google Shape;318;p22"/>
          <p:cNvGrpSpPr/>
          <p:nvPr/>
        </p:nvGrpSpPr>
        <p:grpSpPr>
          <a:xfrm>
            <a:off x="6310387" y="3240148"/>
            <a:ext cx="4301754" cy="4301754"/>
            <a:chOff x="0" y="0"/>
            <a:chExt cx="812800" cy="812800"/>
          </a:xfrm>
        </p:grpSpPr>
        <p:sp>
          <p:nvSpPr>
            <p:cNvPr id="319" name="Google Shape;319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22"/>
          <p:cNvSpPr txBox="1"/>
          <p:nvPr/>
        </p:nvSpPr>
        <p:spPr>
          <a:xfrm>
            <a:off x="7010463" y="5143265"/>
            <a:ext cx="29016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GB" sz="2800" b="1" dirty="0">
                <a:solidFill>
                  <a:schemeClr val="bg1"/>
                </a:solidFill>
              </a:rPr>
              <a:t>SQL  Query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323" name="Google Shape;323;p22"/>
          <p:cNvGrpSpPr/>
          <p:nvPr/>
        </p:nvGrpSpPr>
        <p:grpSpPr>
          <a:xfrm>
            <a:off x="11388133" y="3177206"/>
            <a:ext cx="4301754" cy="4301754"/>
            <a:chOff x="0" y="0"/>
            <a:chExt cx="812800" cy="812800"/>
          </a:xfrm>
        </p:grpSpPr>
        <p:sp>
          <p:nvSpPr>
            <p:cNvPr id="324" name="Google Shape;32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 cmpd="sng">
              <a:solidFill>
                <a:srgbClr val="7428E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22"/>
          <p:cNvSpPr txBox="1"/>
          <p:nvPr/>
        </p:nvSpPr>
        <p:spPr>
          <a:xfrm>
            <a:off x="11791422" y="4693861"/>
            <a:ext cx="3198387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GB" sz="2800" b="1" dirty="0">
                <a:solidFill>
                  <a:schemeClr val="bg1"/>
                </a:solidFill>
              </a:rPr>
              <a:t>Dashboard Creation  in Excel</a:t>
            </a:r>
            <a:r>
              <a:rPr lang="en-US" sz="28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/>
      <p:bldP spid="317" grpId="0"/>
      <p:bldP spid="322" grpId="0"/>
      <p:bldP spid="3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C4AB91-F592-6636-ED1F-C1CE6944651F}"/>
              </a:ext>
            </a:extLst>
          </p:cNvPr>
          <p:cNvSpPr/>
          <p:nvPr/>
        </p:nvSpPr>
        <p:spPr>
          <a:xfrm>
            <a:off x="648929" y="132735"/>
            <a:ext cx="6327058" cy="943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bg1"/>
                </a:solidFill>
              </a:rPr>
              <a:t>Raw Data</a:t>
            </a:r>
            <a:endParaRPr lang="LID4096" sz="66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8A77A1-6CC7-1193-32A2-62B3526E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3" y="1371969"/>
            <a:ext cx="10397614" cy="8793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866CD9-E0D4-6441-6271-FC5CB75DEEC6}"/>
              </a:ext>
            </a:extLst>
          </p:cNvPr>
          <p:cNvSpPr txBox="1"/>
          <p:nvPr/>
        </p:nvSpPr>
        <p:spPr>
          <a:xfrm>
            <a:off x="10869561" y="1940091"/>
            <a:ext cx="718246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Problems in Raw Dataset</a:t>
            </a:r>
          </a:p>
          <a:p>
            <a:endParaRPr lang="en-US" sz="3600" b="1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Inconsistent formatting in fields like Gender, Country, and Experience.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Missing values in "Additional Compensation" and "Clarification of Job Title".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Mixed formats (e.g., “US”, “USA”, “United States”).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Extra whitespace in text columns.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Salary columns not always numeric.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A3A9E-4973-D518-3C6D-B4B219675178}"/>
              </a:ext>
            </a:extLst>
          </p:cNvPr>
          <p:cNvSpPr/>
          <p:nvPr/>
        </p:nvSpPr>
        <p:spPr>
          <a:xfrm>
            <a:off x="-29497" y="242470"/>
            <a:ext cx="6710516" cy="1592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bg1"/>
                </a:solidFill>
              </a:rPr>
              <a:t>Cleaned Data</a:t>
            </a:r>
            <a:endParaRPr lang="LID4096" sz="6600" b="1" dirty="0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EBC9F8C-0B84-1FE3-A09D-8EC452359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571" y="2674667"/>
            <a:ext cx="479322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Standardized column names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Filled missing compensation with 0 where applicable.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Trimmed all extra spaces in text fields.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Normalized values (e.g., gender to consistent labels).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Converted Salary and Compensation columns to numeric.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D8FEA-3C4B-A49A-C1CD-AE09B8C4E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5" y="2127729"/>
            <a:ext cx="12698365" cy="7163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CFA0EE-0E56-0159-7E2B-9A692C3DC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049495"/>
              </p:ext>
            </p:extLst>
          </p:nvPr>
        </p:nvGraphicFramePr>
        <p:xfrm>
          <a:off x="229779" y="124287"/>
          <a:ext cx="8229600" cy="109728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25321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6600" b="1" dirty="0">
                          <a:solidFill>
                            <a:schemeClr val="bg1"/>
                          </a:solidFill>
                        </a:rPr>
                        <a:t>Category Overview</a:t>
                      </a:r>
                      <a:endParaRPr lang="en-GB" sz="6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5006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755A393-E1E3-4A35-6416-8F54CD33BD82}"/>
              </a:ext>
            </a:extLst>
          </p:cNvPr>
          <p:cNvSpPr txBox="1"/>
          <p:nvPr/>
        </p:nvSpPr>
        <p:spPr>
          <a:xfrm>
            <a:off x="1106128" y="2546037"/>
            <a:ext cx="1271311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Age Group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Industry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Job</a:t>
            </a:r>
            <a:r>
              <a:rPr lang="en-IN" sz="3200" b="1" dirty="0">
                <a:solidFill>
                  <a:schemeClr val="bg1"/>
                </a:solidFill>
              </a:rPr>
              <a:t>_</a:t>
            </a:r>
            <a:r>
              <a:rPr lang="LID4096" sz="3200" b="1" dirty="0">
                <a:solidFill>
                  <a:schemeClr val="bg1"/>
                </a:solidFill>
              </a:rPr>
              <a:t>Title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bg1"/>
                </a:solidFill>
              </a:rPr>
              <a:t>Annual_</a:t>
            </a:r>
            <a:r>
              <a:rPr lang="LID4096" sz="3200" b="1" dirty="0">
                <a:solidFill>
                  <a:schemeClr val="bg1"/>
                </a:solidFill>
              </a:rPr>
              <a:t>Salary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Bonus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Currency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chemeClr val="bg1"/>
                </a:solidFill>
              </a:rPr>
              <a:t>Country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chemeClr val="bg1"/>
                </a:solidFill>
              </a:rPr>
              <a:t>State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chemeClr val="bg1"/>
                </a:solidFill>
              </a:rPr>
              <a:t>City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Total</a:t>
            </a:r>
            <a:r>
              <a:rPr lang="en-IN" sz="3200" b="1" dirty="0">
                <a:solidFill>
                  <a:schemeClr val="bg1"/>
                </a:solidFill>
              </a:rPr>
              <a:t>_</a:t>
            </a:r>
            <a:r>
              <a:rPr lang="LID4096" sz="3200" b="1" dirty="0">
                <a:solidFill>
                  <a:schemeClr val="bg1"/>
                </a:solidFill>
              </a:rPr>
              <a:t>Experience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bg1"/>
                </a:solidFill>
              </a:rPr>
              <a:t>Field_</a:t>
            </a:r>
            <a:r>
              <a:rPr lang="LID4096" sz="3200" b="1" dirty="0">
                <a:solidFill>
                  <a:schemeClr val="bg1"/>
                </a:solidFill>
              </a:rPr>
              <a:t>Experience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Education Level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LID4096" sz="3200" b="1" dirty="0">
                <a:solidFill>
                  <a:schemeClr val="bg1"/>
                </a:solidFill>
              </a:rPr>
              <a:t>Gender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E10817-EA5A-8EA2-6D99-1459D86CCA29}"/>
              </a:ext>
            </a:extLst>
          </p:cNvPr>
          <p:cNvSpPr/>
          <p:nvPr/>
        </p:nvSpPr>
        <p:spPr>
          <a:xfrm>
            <a:off x="8657303" y="707923"/>
            <a:ext cx="6268065" cy="12524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Additional columns</a:t>
            </a:r>
            <a:endParaRPr lang="LID4096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3E81F-EBBD-51B4-8BE1-ECB78ED39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987" y="2286000"/>
            <a:ext cx="7656255" cy="4336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22375C-68C0-2D53-57E5-957D5C8FFAB0}"/>
              </a:ext>
            </a:extLst>
          </p:cNvPr>
          <p:cNvSpPr txBox="1"/>
          <p:nvPr/>
        </p:nvSpPr>
        <p:spPr>
          <a:xfrm>
            <a:off x="9070258" y="6953444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Receive bonus: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 </a:t>
            </a:r>
            <a:r>
              <a:rPr lang="LID4096" sz="3200" dirty="0">
                <a:solidFill>
                  <a:schemeClr val="bg1"/>
                </a:solidFill>
              </a:rPr>
              <a:t>IF([@bonous]&gt; 0, "Yes", "No")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3DC5C-BFD0-1372-8652-A8A24DE66387}"/>
              </a:ext>
            </a:extLst>
          </p:cNvPr>
          <p:cNvSpPr txBox="1"/>
          <p:nvPr/>
        </p:nvSpPr>
        <p:spPr>
          <a:xfrm>
            <a:off x="9070258" y="8527789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Total compensation: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 </a:t>
            </a:r>
            <a:r>
              <a:rPr lang="LID4096" sz="3200" dirty="0">
                <a:solidFill>
                  <a:schemeClr val="bg1"/>
                </a:solidFill>
              </a:rPr>
              <a:t>[@[Annual_Salary]]+[@bonous]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CD72F4-9AC3-6CF5-9A21-9B9FC49618E7}"/>
              </a:ext>
            </a:extLst>
          </p:cNvPr>
          <p:cNvSpPr txBox="1"/>
          <p:nvPr/>
        </p:nvSpPr>
        <p:spPr>
          <a:xfrm>
            <a:off x="269614" y="0"/>
            <a:ext cx="135496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b="1" dirty="0">
                <a:solidFill>
                  <a:schemeClr val="accent6"/>
                </a:solidFill>
              </a:rPr>
              <a:t>Objective</a:t>
            </a:r>
            <a:endParaRPr lang="LID4096" sz="6600" b="1" dirty="0">
              <a:solidFill>
                <a:schemeClr val="accent6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89FCD2-F393-2E33-9332-747A8775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70" y="1640968"/>
            <a:ext cx="13907728" cy="818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5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salary trends based 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Age Range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Gender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Education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Job Title &amp; Industry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Country</a:t>
            </a:r>
            <a:endParaRPr kumimoji="0" lang="en-IN" altLang="LID4096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Years of Experience</a:t>
            </a:r>
            <a:endParaRPr kumimoji="0" lang="en-IN" altLang="LID4096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altLang="LID4096" sz="5400" b="1" dirty="0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kumimoji="0" lang="LID4096" altLang="LID4096" sz="5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dentify: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High-paying roles/industries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Salary disparity by gender or</a:t>
            </a:r>
            <a:r>
              <a:rPr kumimoji="0" lang="en-IN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Country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Bonus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19">
          <a:extLst>
            <a:ext uri="{FF2B5EF4-FFF2-40B4-BE49-F238E27FC236}">
              <a16:creationId xmlns:a16="http://schemas.microsoft.com/office/drawing/2014/main" id="{11628892-C0A9-2918-BBEF-55A0A627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AFCEE-982A-273A-6805-4280F2413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86" y="1863021"/>
            <a:ext cx="9025214" cy="3711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BB5C4-850E-2215-6104-06F67486A73B}"/>
              </a:ext>
            </a:extLst>
          </p:cNvPr>
          <p:cNvSpPr txBox="1"/>
          <p:nvPr/>
        </p:nvSpPr>
        <p:spPr>
          <a:xfrm>
            <a:off x="181124" y="568783"/>
            <a:ext cx="13549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1. Average Salary by Industry and Gender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48506-800E-D0D0-352F-B2A7C563B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619" y="6006326"/>
            <a:ext cx="8114956" cy="371189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BBEA21C-4F06-F08C-D8E3-49C10947220A}"/>
              </a:ext>
            </a:extLst>
          </p:cNvPr>
          <p:cNvGraphicFramePr>
            <a:graphicFrameLocks/>
          </p:cNvGraphicFramePr>
          <p:nvPr/>
        </p:nvGraphicFramePr>
        <p:xfrm>
          <a:off x="9538575" y="1401097"/>
          <a:ext cx="9025214" cy="8502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946323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19">
          <a:extLst>
            <a:ext uri="{FF2B5EF4-FFF2-40B4-BE49-F238E27FC236}">
              <a16:creationId xmlns:a16="http://schemas.microsoft.com/office/drawing/2014/main" id="{9C4781B4-BB7E-B284-CFE8-8F843E57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0984F8-545D-995F-0110-2C88EC0CC285}"/>
              </a:ext>
            </a:extLst>
          </p:cNvPr>
          <p:cNvSpPr txBox="1"/>
          <p:nvPr/>
        </p:nvSpPr>
        <p:spPr>
          <a:xfrm>
            <a:off x="250723" y="458305"/>
            <a:ext cx="11828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2. Total Salary Compensation by Job Title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5C914A-6C86-A7A9-9279-60F4C4075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3" y="1364935"/>
            <a:ext cx="9132880" cy="42029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F7DA8B-3E06-197D-3401-D3C61DB35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48" y="5781366"/>
            <a:ext cx="7595182" cy="4202939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1920DEE-3932-E724-AA92-32002404C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833919"/>
              </p:ext>
            </p:extLst>
          </p:nvPr>
        </p:nvGraphicFramePr>
        <p:xfrm>
          <a:off x="10060366" y="1864749"/>
          <a:ext cx="8035905" cy="7963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281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28">
          <a:extLst>
            <a:ext uri="{FF2B5EF4-FFF2-40B4-BE49-F238E27FC236}">
              <a16:creationId xmlns:a16="http://schemas.microsoft.com/office/drawing/2014/main" id="{2D976D4C-4180-DB09-F847-885EF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0FC6C-FDA6-CA5E-98BB-A46DE2232176}"/>
              </a:ext>
            </a:extLst>
          </p:cNvPr>
          <p:cNvSpPr txBox="1"/>
          <p:nvPr/>
        </p:nvSpPr>
        <p:spPr>
          <a:xfrm>
            <a:off x="309717" y="288563"/>
            <a:ext cx="11842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3. Salary Distribution by Education Level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7AFD3-BD89-27F9-07A5-DF79FBE59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19" y="5775778"/>
            <a:ext cx="7647039" cy="4030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31C92E-DA36-72F0-4E41-EDF89157D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94" y="1262855"/>
            <a:ext cx="9409471" cy="3737734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82B6AA1-9A4B-9B14-ED66-B131D8B582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1248734"/>
              </p:ext>
            </p:extLst>
          </p:nvPr>
        </p:nvGraphicFramePr>
        <p:xfrm>
          <a:off x="10249882" y="2818785"/>
          <a:ext cx="7647039" cy="645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6609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702104F-D2A3-E1B0-BDE5-5B3567A246DA}"/>
              </a:ext>
            </a:extLst>
          </p:cNvPr>
          <p:cNvSpPr txBox="1"/>
          <p:nvPr/>
        </p:nvSpPr>
        <p:spPr>
          <a:xfrm>
            <a:off x="309716" y="293102"/>
            <a:ext cx="17226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4. Number of Employees by Industry and Years of Experience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165F0-FCDF-E745-BF2B-0A3891F17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79" y="5564374"/>
            <a:ext cx="6887495" cy="3921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0009D6-D872-9D6A-D2C0-0DCEAC63E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17" y="1266025"/>
            <a:ext cx="9306232" cy="3670997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71BEC61-20FB-989C-A3CC-6C7D82111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331892"/>
              </p:ext>
            </p:extLst>
          </p:nvPr>
        </p:nvGraphicFramePr>
        <p:xfrm>
          <a:off x="9928491" y="2798506"/>
          <a:ext cx="8256270" cy="524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E419B-8112-9169-13D7-DA45929FE0F1}"/>
              </a:ext>
            </a:extLst>
          </p:cNvPr>
          <p:cNvSpPr txBox="1"/>
          <p:nvPr/>
        </p:nvSpPr>
        <p:spPr>
          <a:xfrm>
            <a:off x="324464" y="421299"/>
            <a:ext cx="14232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4000" b="1" dirty="0">
                <a:solidFill>
                  <a:schemeClr val="bg1"/>
                </a:solidFill>
              </a:rPr>
              <a:t>5. Median Salary by Age Range and Gender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57B542-B95E-769F-A708-83A803AD7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89" y="1557928"/>
            <a:ext cx="7596908" cy="4450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A5835C-10C3-989C-3D24-B589C9A94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79" y="6504039"/>
            <a:ext cx="6468327" cy="336166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91C2021-5857-6FE5-457C-A872FEF43D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76819"/>
              </p:ext>
            </p:extLst>
          </p:nvPr>
        </p:nvGraphicFramePr>
        <p:xfrm>
          <a:off x="9144001" y="2695268"/>
          <a:ext cx="8967018" cy="6389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6A5D9111-D670-A92E-9E97-EFC48DB9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43456F-EA4D-9263-06F9-BC99FF3C9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55" y="1759020"/>
            <a:ext cx="8911429" cy="471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26BBB9-0B8E-73F9-63A8-7751527BB171}"/>
              </a:ext>
            </a:extLst>
          </p:cNvPr>
          <p:cNvSpPr txBox="1"/>
          <p:nvPr/>
        </p:nvSpPr>
        <p:spPr>
          <a:xfrm>
            <a:off x="707923" y="598279"/>
            <a:ext cx="144534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4000" b="1" dirty="0">
                <a:solidFill>
                  <a:schemeClr val="bg1"/>
                </a:solidFill>
              </a:rPr>
              <a:t>6.  Job Titles with the Highest Salary in Each Country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7DE37-9BE2-82CF-7069-B2CE1570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08" y="6559540"/>
            <a:ext cx="6198291" cy="312918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91BA5A-7D41-67A4-1EF6-366BBFA5C7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7499745"/>
              </p:ext>
            </p:extLst>
          </p:nvPr>
        </p:nvGraphicFramePr>
        <p:xfrm>
          <a:off x="9571703" y="2182761"/>
          <a:ext cx="8716297" cy="7505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9656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4A283467-0A58-F83E-9410-58628EFF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FF9C6-F1F5-C7EC-0E32-D402D2CBB67E}"/>
              </a:ext>
            </a:extLst>
          </p:cNvPr>
          <p:cNvSpPr txBox="1"/>
          <p:nvPr/>
        </p:nvSpPr>
        <p:spPr>
          <a:xfrm>
            <a:off x="528621" y="421298"/>
            <a:ext cx="14367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4000" b="1" dirty="0">
                <a:solidFill>
                  <a:schemeClr val="bg1"/>
                </a:solidFill>
              </a:rPr>
              <a:t>7. Average Salary by City and Industry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31E2AC-78F6-4A34-0CEF-BEA3F52D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21" y="1129184"/>
            <a:ext cx="9234811" cy="45784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3A7276-2CBE-DFBF-2D1E-11910F99B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71" y="5902949"/>
            <a:ext cx="6931742" cy="3962753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89989E7-A726-03D9-6947-F812A11BFA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047702"/>
              </p:ext>
            </p:extLst>
          </p:nvPr>
        </p:nvGraphicFramePr>
        <p:xfrm>
          <a:off x="10073148" y="2964482"/>
          <a:ext cx="8037871" cy="5324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7888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F5D6BB9C-D6BA-B28B-AB50-B1958BF6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61259-427F-47FD-6E05-3A2EC9B88489}"/>
              </a:ext>
            </a:extLst>
          </p:cNvPr>
          <p:cNvSpPr txBox="1"/>
          <p:nvPr/>
        </p:nvSpPr>
        <p:spPr>
          <a:xfrm>
            <a:off x="324464" y="421299"/>
            <a:ext cx="179635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8. Percentage of Employees with Additional Monetary Compensation by Gender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D3A3C-245B-6F47-4B8E-0DCB45F4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80" y="2038772"/>
            <a:ext cx="7402398" cy="4170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C4D00A-37DC-184D-C566-0DA94F648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56" y="6928715"/>
            <a:ext cx="6545045" cy="2639025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E825565-DB4B-0CB2-5616-D18D1D95F8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7577207"/>
              </p:ext>
            </p:extLst>
          </p:nvPr>
        </p:nvGraphicFramePr>
        <p:xfrm>
          <a:off x="9144000" y="3344196"/>
          <a:ext cx="8567519" cy="6223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5467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AA9BD4A3-8275-8389-9C1B-D14B8705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12D9C0-2F62-AEF8-BAF5-ABCFBC026180}"/>
              </a:ext>
            </a:extLst>
          </p:cNvPr>
          <p:cNvSpPr txBox="1"/>
          <p:nvPr/>
        </p:nvSpPr>
        <p:spPr>
          <a:xfrm>
            <a:off x="324464" y="421299"/>
            <a:ext cx="183617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9. Total Compensation by Job Title and Years of Experience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CFAD8-1175-7AA5-E7A8-A3C8B190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32" y="1671008"/>
            <a:ext cx="9570423" cy="4031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2C962-CBAA-9558-5A4D-0F037DBC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93" y="5948447"/>
            <a:ext cx="6698658" cy="3917254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D489989-9DFC-C931-6C02-EBA95B4DA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70116"/>
              </p:ext>
            </p:extLst>
          </p:nvPr>
        </p:nvGraphicFramePr>
        <p:xfrm>
          <a:off x="10409165" y="2975487"/>
          <a:ext cx="7746100" cy="6890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853750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491AE84B-2C75-9B7C-55BF-C4778D0C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C6B45F-B8F3-5199-B0AA-E8E7F73CB66B}"/>
              </a:ext>
            </a:extLst>
          </p:cNvPr>
          <p:cNvSpPr txBox="1"/>
          <p:nvPr/>
        </p:nvSpPr>
        <p:spPr>
          <a:xfrm>
            <a:off x="324464" y="421299"/>
            <a:ext cx="17373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10. Average Salary by Industry, Gender, and Education Level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5909A4-52A4-42A7-47DF-9A2A762C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5" y="1567543"/>
            <a:ext cx="8819536" cy="4877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8ADF09-AA3E-2D90-E67B-713208D5E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7" y="6750668"/>
            <a:ext cx="6076893" cy="2982297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6D38A4D-4627-CA50-31EE-6AB5F69F8E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9687845"/>
              </p:ext>
            </p:extLst>
          </p:nvPr>
        </p:nvGraphicFramePr>
        <p:xfrm>
          <a:off x="9358221" y="3226209"/>
          <a:ext cx="8929779" cy="6080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5631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BE6D4018-09EE-0C3E-4774-5F8525D99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B47293-89E1-385F-6EED-5384EE4A4848}"/>
              </a:ext>
            </a:extLst>
          </p:cNvPr>
          <p:cNvSpPr/>
          <p:nvPr/>
        </p:nvSpPr>
        <p:spPr>
          <a:xfrm>
            <a:off x="147483" y="221226"/>
            <a:ext cx="7521677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Convert SQL query to CSV</a:t>
            </a:r>
            <a:endParaRPr lang="LID4096" sz="4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1D8BF-624D-3766-573C-0D0B07BA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639" y="2073799"/>
            <a:ext cx="13303045" cy="74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1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61519A49-84A6-7772-D7CD-255B7BFE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166AA-8666-8DDF-B162-F01DDD6D917D}"/>
              </a:ext>
            </a:extLst>
          </p:cNvPr>
          <p:cNvSpPr/>
          <p:nvPr/>
        </p:nvSpPr>
        <p:spPr>
          <a:xfrm>
            <a:off x="147483" y="221226"/>
            <a:ext cx="7521677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Pivot Tables</a:t>
            </a:r>
            <a:endParaRPr lang="LID4096" sz="4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DF1EC-4BBA-4EA3-82AA-D6A72F704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06" y="2377720"/>
            <a:ext cx="5044877" cy="2080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844F15-DB65-3A5D-07CF-E36206814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081" y="1829032"/>
            <a:ext cx="6698873" cy="31778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6031F6-3EB5-51B6-BAB8-37265ABF0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606" y="5943139"/>
            <a:ext cx="5044877" cy="2256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AA5306-4154-FD53-99D1-9115E4AF3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499" y="5943139"/>
            <a:ext cx="10492055" cy="39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828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5A9CA2CA-7157-1B77-1E3C-674F5AD3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55B603B-9B22-2786-651B-3FD507C90823}"/>
              </a:ext>
            </a:extLst>
          </p:cNvPr>
          <p:cNvSpPr txBox="1"/>
          <p:nvPr/>
        </p:nvSpPr>
        <p:spPr>
          <a:xfrm>
            <a:off x="353961" y="2605983"/>
            <a:ext cx="73741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1. Industry with highest Salary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endParaRPr lang="LID4096" sz="4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1866E-F033-C81B-2BDD-821DB81B9478}"/>
              </a:ext>
            </a:extLst>
          </p:cNvPr>
          <p:cNvSpPr txBox="1"/>
          <p:nvPr/>
        </p:nvSpPr>
        <p:spPr>
          <a:xfrm>
            <a:off x="1415846" y="337113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Education (Higher Education)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endParaRPr lang="LID4096" sz="2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8E43A-DC97-0C19-108B-3698328E1511}"/>
              </a:ext>
            </a:extLst>
          </p:cNvPr>
          <p:cNvSpPr txBox="1"/>
          <p:nvPr/>
        </p:nvSpPr>
        <p:spPr>
          <a:xfrm>
            <a:off x="12801600" y="2644813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2. Total employee</a:t>
            </a:r>
            <a:r>
              <a:rPr lang="en-GB" sz="4400" dirty="0">
                <a:solidFill>
                  <a:schemeClr val="bg1"/>
                </a:solidFill>
              </a:rPr>
              <a:t> </a:t>
            </a:r>
            <a:endParaRPr lang="LID4096" sz="4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187F2A-D4C3-2997-C6CA-118A8F050029}"/>
              </a:ext>
            </a:extLst>
          </p:cNvPr>
          <p:cNvSpPr txBox="1"/>
          <p:nvPr/>
        </p:nvSpPr>
        <p:spPr>
          <a:xfrm>
            <a:off x="14167155" y="346848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S" sz="280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28103</a:t>
            </a:r>
            <a:r>
              <a:rPr lang="en-AS" sz="2800" dirty="0">
                <a:solidFill>
                  <a:schemeClr val="bg1"/>
                </a:solidFill>
              </a:rPr>
              <a:t> </a:t>
            </a:r>
            <a:endParaRPr lang="LID4096" sz="2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0C9EF3-6505-CA52-EF50-B9DA9FC87545}"/>
              </a:ext>
            </a:extLst>
          </p:cNvPr>
          <p:cNvSpPr txBox="1"/>
          <p:nvPr/>
        </p:nvSpPr>
        <p:spPr>
          <a:xfrm>
            <a:off x="353961" y="516368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3. Max of </a:t>
            </a:r>
            <a:r>
              <a:rPr lang="en-US" sz="3600" b="1" i="0" u="none" strike="noStrike" dirty="0" err="1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Annual_Salary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LID4096" sz="36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E2688-0ED8-2C84-04A3-A3CC34FB84D5}"/>
              </a:ext>
            </a:extLst>
          </p:cNvPr>
          <p:cNvSpPr txBox="1"/>
          <p:nvPr/>
        </p:nvSpPr>
        <p:spPr>
          <a:xfrm>
            <a:off x="1489587" y="57448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S" sz="280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974400</a:t>
            </a:r>
            <a:r>
              <a:rPr lang="en-AS" sz="2800" dirty="0">
                <a:solidFill>
                  <a:schemeClr val="bg1"/>
                </a:solidFill>
              </a:rPr>
              <a:t> </a:t>
            </a:r>
            <a:endParaRPr lang="LID4096" sz="28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84D3-0374-6DA5-D8DA-DEAC48A4586C}"/>
              </a:ext>
            </a:extLst>
          </p:cNvPr>
          <p:cNvSpPr txBox="1"/>
          <p:nvPr/>
        </p:nvSpPr>
        <p:spPr>
          <a:xfrm>
            <a:off x="12801600" y="5091062"/>
            <a:ext cx="5981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4. Country with highest salary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LID4096" sz="3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9D630-AA29-9357-BF18-8592659C5D4A}"/>
              </a:ext>
            </a:extLst>
          </p:cNvPr>
          <p:cNvSpPr txBox="1"/>
          <p:nvPr/>
        </p:nvSpPr>
        <p:spPr>
          <a:xfrm>
            <a:off x="14372303" y="5651645"/>
            <a:ext cx="10456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South Africa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endParaRPr lang="LID4096" sz="28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E32894-BFAE-9EA7-1928-F89F20D1A31B}"/>
              </a:ext>
            </a:extLst>
          </p:cNvPr>
          <p:cNvSpPr txBox="1"/>
          <p:nvPr/>
        </p:nvSpPr>
        <p:spPr>
          <a:xfrm>
            <a:off x="353961" y="7693812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5. Highest salary by gender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endParaRPr lang="LID4096" sz="36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0D9D01-F801-242A-768E-4E0CF518DF1F}"/>
              </a:ext>
            </a:extLst>
          </p:cNvPr>
          <p:cNvSpPr txBox="1"/>
          <p:nvPr/>
        </p:nvSpPr>
        <p:spPr>
          <a:xfrm>
            <a:off x="1415846" y="8292999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Male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endParaRPr lang="LID4096" sz="32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BAEF0A-2499-9C8F-3E8D-D68777C75A03}"/>
              </a:ext>
            </a:extLst>
          </p:cNvPr>
          <p:cNvSpPr txBox="1"/>
          <p:nvPr/>
        </p:nvSpPr>
        <p:spPr>
          <a:xfrm>
            <a:off x="12801600" y="7724589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6. Highest paid education level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LID4096" sz="32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742EF2-3EAD-9408-6A68-87EEB9C5BAC0}"/>
              </a:ext>
            </a:extLst>
          </p:cNvPr>
          <p:cNvSpPr txBox="1"/>
          <p:nvPr/>
        </p:nvSpPr>
        <p:spPr>
          <a:xfrm>
            <a:off x="14571528" y="821633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Bachelor's degree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D4E01C-FB47-C15B-E55A-E2AC2A5AEA4C}"/>
              </a:ext>
            </a:extLst>
          </p:cNvPr>
          <p:cNvSpPr txBox="1"/>
          <p:nvPr/>
        </p:nvSpPr>
        <p:spPr>
          <a:xfrm>
            <a:off x="6949452" y="7701017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7. Employees With Bonus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endParaRPr lang="LID4096" sz="36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160908-ED49-8645-6CD4-458DAE62C6F5}"/>
              </a:ext>
            </a:extLst>
          </p:cNvPr>
          <p:cNvSpPr txBox="1"/>
          <p:nvPr/>
        </p:nvSpPr>
        <p:spPr>
          <a:xfrm>
            <a:off x="7852549" y="8340143"/>
            <a:ext cx="37648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S" sz="2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11547</a:t>
            </a:r>
            <a:r>
              <a:rPr lang="en-AS" sz="2800" dirty="0">
                <a:solidFill>
                  <a:schemeClr val="bg1"/>
                </a:solidFill>
              </a:rPr>
              <a:t> </a:t>
            </a:r>
            <a:endParaRPr lang="LID4096" sz="280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E9424B-F6E3-B687-D581-2B945AA8C1D9}"/>
              </a:ext>
            </a:extLst>
          </p:cNvPr>
          <p:cNvSpPr/>
          <p:nvPr/>
        </p:nvSpPr>
        <p:spPr>
          <a:xfrm>
            <a:off x="353961" y="191729"/>
            <a:ext cx="6474542" cy="147483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KPI</a:t>
            </a:r>
            <a:endParaRPr lang="LID4096" sz="72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 descr="Kpi Images – Browse 132,991 Stock Photos, Vectors, and Video | Adobe Stock">
            <a:extLst>
              <a:ext uri="{FF2B5EF4-FFF2-40B4-BE49-F238E27FC236}">
                <a16:creationId xmlns:a16="http://schemas.microsoft.com/office/drawing/2014/main" id="{E3591AFE-5270-4424-AB39-C34EA966D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587" y="3835931"/>
            <a:ext cx="648929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96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939622BF-AFAE-1542-DFEF-1E16A4D62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130EC-1698-0623-9F89-4876874DDAD3}"/>
              </a:ext>
            </a:extLst>
          </p:cNvPr>
          <p:cNvSpPr txBox="1"/>
          <p:nvPr/>
        </p:nvSpPr>
        <p:spPr>
          <a:xfrm>
            <a:off x="324464" y="421299"/>
            <a:ext cx="17373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Dashboard</a:t>
            </a:r>
            <a:endParaRPr lang="LID4096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E6701-7676-5B49-8B6C-D1394C7B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83" y="1519085"/>
            <a:ext cx="15264581" cy="80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1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1288801A-119E-636D-9E45-6D7CC5FCE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0C4F2F-A55C-FD88-A056-0E8C111A552A}"/>
              </a:ext>
            </a:extLst>
          </p:cNvPr>
          <p:cNvSpPr txBox="1"/>
          <p:nvPr/>
        </p:nvSpPr>
        <p:spPr>
          <a:xfrm>
            <a:off x="501444" y="377054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</a:rPr>
              <a:t>Key Insights:</a:t>
            </a:r>
            <a:endParaRPr lang="LID4096" sz="4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BBB6B4-DC2F-9A3C-9F10-DD81B62EAD59}"/>
              </a:ext>
            </a:extLst>
          </p:cNvPr>
          <p:cNvSpPr txBox="1"/>
          <p:nvPr/>
        </p:nvSpPr>
        <p:spPr>
          <a:xfrm>
            <a:off x="1209367" y="1502542"/>
            <a:ext cx="16591935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3"/>
                </a:solidFill>
              </a:rPr>
              <a:t>1. Top Performers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Highest Paying Industry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i="1" dirty="0">
                <a:solidFill>
                  <a:schemeClr val="bg1"/>
                </a:solidFill>
              </a:rPr>
              <a:t>Higher Education</a:t>
            </a:r>
            <a:r>
              <a:rPr lang="en-US" sz="2400" dirty="0">
                <a:solidFill>
                  <a:schemeClr val="bg1"/>
                </a:solidFill>
              </a:rPr>
              <a:t> offers the highest salary.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Highest Annual Salary</a:t>
            </a:r>
            <a:r>
              <a:rPr lang="en-US" sz="2400" dirty="0">
                <a:solidFill>
                  <a:schemeClr val="bg1"/>
                </a:solidFill>
              </a:rPr>
              <a:t>: $974,400.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Top Country by Salary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i="1" dirty="0">
                <a:solidFill>
                  <a:schemeClr val="bg1"/>
                </a:solidFill>
              </a:rPr>
              <a:t>South Africa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City with Highest Average Salary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i="1" dirty="0">
                <a:solidFill>
                  <a:schemeClr val="bg1"/>
                </a:solidFill>
              </a:rPr>
              <a:t>"Other"</a:t>
            </a:r>
            <a:r>
              <a:rPr lang="en-US" sz="2400" dirty="0">
                <a:solidFill>
                  <a:schemeClr val="bg1"/>
                </a:solidFill>
              </a:rPr>
              <a:t> cities (likely outliers or uncategorized) followed by Oslo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Total Employees</a:t>
            </a:r>
            <a:r>
              <a:rPr lang="en-US" sz="2400" dirty="0">
                <a:solidFill>
                  <a:schemeClr val="bg1"/>
                </a:solidFill>
              </a:rPr>
              <a:t>: 28,103.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Employees Receiving Bonus</a:t>
            </a:r>
            <a:r>
              <a:rPr lang="en-US" sz="2400" dirty="0">
                <a:solidFill>
                  <a:schemeClr val="bg1"/>
                </a:solidFill>
              </a:rPr>
              <a:t>: 11,547 (~41%).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Gender Distribution</a:t>
            </a:r>
            <a:r>
              <a:rPr lang="en-US" sz="2400" dirty="0">
                <a:solidFill>
                  <a:schemeClr val="bg1"/>
                </a:solidFill>
              </a:rPr>
              <a:t>: Balanced representation across Female, Male, Non-binary, and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Bonus Distribution by Gender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Male: 31%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Female: 25%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Non-binary: 19%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3"/>
                </a:solidFill>
              </a:rPr>
              <a:t>2. Experience &amp; Compensation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Employees with 11-20 Years Experience</a:t>
            </a:r>
            <a:r>
              <a:rPr lang="en-US" sz="2400" dirty="0">
                <a:solidFill>
                  <a:schemeClr val="bg1"/>
                </a:solidFill>
              </a:rPr>
              <a:t> have a significantly higher presence across industries.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3. Education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PhD holders and Master’s graduates</a:t>
            </a:r>
            <a:r>
              <a:rPr lang="en-US" sz="2400" dirty="0">
                <a:solidFill>
                  <a:schemeClr val="bg1"/>
                </a:solidFill>
              </a:rPr>
              <a:t> dominate higher salary brackets.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Bachelor's and Master's degree holders make up the majority of high average salary contributors.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3"/>
                </a:solidFill>
              </a:rPr>
              <a:t>4. Job Role Compensation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Top paying roles (close to $958,000) are in </a:t>
            </a:r>
            <a:r>
              <a:rPr lang="en-US" sz="2400" b="1" dirty="0">
                <a:solidFill>
                  <a:schemeClr val="bg1"/>
                </a:solidFill>
              </a:rPr>
              <a:t>Field Experience</a:t>
            </a:r>
            <a:r>
              <a:rPr lang="en-US" sz="2400" dirty="0">
                <a:solidFill>
                  <a:schemeClr val="bg1"/>
                </a:solidFill>
              </a:rPr>
              <a:t> and certain </a:t>
            </a:r>
            <a:r>
              <a:rPr lang="en-US" sz="2400" b="1" dirty="0">
                <a:solidFill>
                  <a:schemeClr val="bg1"/>
                </a:solidFill>
              </a:rPr>
              <a:t>Job Titles</a:t>
            </a:r>
            <a:r>
              <a:rPr lang="en-US" sz="2400" dirty="0">
                <a:solidFill>
                  <a:schemeClr val="bg1"/>
                </a:solidFill>
              </a:rPr>
              <a:t>, showing clear value of domain expertise.</a:t>
            </a:r>
          </a:p>
        </p:txBody>
      </p:sp>
    </p:spTree>
    <p:extLst>
      <p:ext uri="{BB962C8B-B14F-4D97-AF65-F5344CB8AC3E}">
        <p14:creationId xmlns:p14="http://schemas.microsoft.com/office/powerpoint/2010/main" val="98320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4D2D28CE-268B-458E-C105-D82A4439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6D980F-106A-A4EC-15D8-B501E95E3C23}"/>
              </a:ext>
            </a:extLst>
          </p:cNvPr>
          <p:cNvSpPr txBox="1"/>
          <p:nvPr/>
        </p:nvSpPr>
        <p:spPr>
          <a:xfrm>
            <a:off x="324465" y="627777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</a:rPr>
              <a:t>Recommendations:</a:t>
            </a:r>
            <a:endParaRPr lang="LID4096" sz="4800" b="1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733ECB-BA9B-EE6F-D06C-EA5B4C2A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821" y="2150775"/>
            <a:ext cx="1561128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 on Higher Education Industry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It offers the highest salaries.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Gain More Experience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Employees with 11–20 years of experience earn more.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Encourage Education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Employees with Master’s or PhD degrees earn higher average salaries.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 Gender Equality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Ensure bonuses are fairly distributed among all genders.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High-Salary Cities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Target cities like Oslo  for better job opportunities or talent sourcing.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Reward Skill-Based Roles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Job titles with field experience get better compensation—encourage skill development.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Track Median Salary by Age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Salaries grow with age; retain experienced employees.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Bonus Coverage</a:t>
            </a:r>
            <a:r>
              <a:rPr kumimoji="0" lang="LID4096" altLang="LID4096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Only 41% of employees receive bonuses—expand bonus programs.</a:t>
            </a:r>
          </a:p>
        </p:txBody>
      </p:sp>
    </p:spTree>
    <p:extLst>
      <p:ext uri="{BB962C8B-B14F-4D97-AF65-F5344CB8AC3E}">
        <p14:creationId xmlns:p14="http://schemas.microsoft.com/office/powerpoint/2010/main" val="77548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219"/>
            </a:gs>
            <a:gs pos="100000">
              <a:srgbClr val="3A2F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E590F6DD-C5F5-F506-0983-453998E0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ta Science PowerPoint Template">
            <a:extLst>
              <a:ext uri="{FF2B5EF4-FFF2-40B4-BE49-F238E27FC236}">
                <a16:creationId xmlns:a16="http://schemas.microsoft.com/office/drawing/2014/main" id="{E8F5FDA9-4C9C-CF62-AB8C-B86D5D7E8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1450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6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683</Words>
  <Application>Microsoft Office PowerPoint</Application>
  <PresentationFormat>Custom</PresentationFormat>
  <Paragraphs>120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Amasis MT Pro</vt:lpstr>
      <vt:lpstr>Aptos Narrow</vt:lpstr>
      <vt:lpstr>Arial</vt:lpstr>
      <vt:lpstr>Times New Roman</vt:lpstr>
      <vt:lpstr>Wingdings</vt:lpstr>
      <vt:lpstr>Livvic Black</vt:lpstr>
      <vt:lpstr>ADLaM Display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 Gunasekar</dc:creator>
  <cp:lastModifiedBy>Deepa Gunasekar</cp:lastModifiedBy>
  <cp:revision>2</cp:revision>
  <dcterms:modified xsi:type="dcterms:W3CDTF">2025-08-05T06:54:11Z</dcterms:modified>
</cp:coreProperties>
</file>